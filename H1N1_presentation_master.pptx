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7" r:id="rId3"/>
    <p:sldId id="267" r:id="rId4"/>
    <p:sldId id="257" r:id="rId5"/>
    <p:sldId id="278" r:id="rId6"/>
    <p:sldId id="258" r:id="rId7"/>
    <p:sldId id="259" r:id="rId8"/>
    <p:sldId id="279" r:id="rId9"/>
    <p:sldId id="266" r:id="rId10"/>
    <p:sldId id="261" r:id="rId11"/>
    <p:sldId id="270" r:id="rId12"/>
    <p:sldId id="274" r:id="rId13"/>
    <p:sldId id="271" r:id="rId14"/>
    <p:sldId id="275" r:id="rId15"/>
    <p:sldId id="272" r:id="rId16"/>
    <p:sldId id="262" r:id="rId17"/>
    <p:sldId id="268" r:id="rId18"/>
    <p:sldId id="263" r:id="rId19"/>
    <p:sldId id="269" r:id="rId20"/>
    <p:sldId id="264" r:id="rId21"/>
    <p:sldId id="276" r:id="rId22"/>
    <p:sldId id="265" r:id="rId23"/>
    <p:sldId id="28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E0F1"/>
    <a:srgbClr val="6DA6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4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4:55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4:5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4:58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4:58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4:59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4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4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4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4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7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7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7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2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0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0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0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0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0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3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3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3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3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3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4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4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4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4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8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8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8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38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0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0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0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0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6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6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6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6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8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8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8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48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1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1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1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3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3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3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3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3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6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6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6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6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8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8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8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5:5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0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0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0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0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0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4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4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4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4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4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7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7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7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7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07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0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0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0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0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2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2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2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2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5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5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5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5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8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8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8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8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18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0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0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0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0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0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4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4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24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4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1 24575,'-20'0'0,"0"0"0,0 2 0,-1 0 0,1 2 0,-21 6 0,30-7 0,1 1 0,-1 1 0,1 0 0,0 0 0,1 1 0,-1 1 0,1-1 0,0 1 0,1 1 0,-14 15 0,7-4 0,0 1 0,1 1 0,1 0 0,1 1 0,-13 33 0,-33 121 0,53-158 0,1-1 0,0 1 0,1 0 0,2 0 0,-1 0 0,2 0 0,2 23 0,-1-32 0,1-1 0,0 0 0,0 1 0,1-1 0,0 0 0,1-1 0,-1 1 0,1 0 0,1-1 0,-1 0 0,2 0 0,-1 0 0,0-1 0,1 0 0,0 0 0,1 0 0,10 7 0,3 0 0,1-1 0,1-1 0,-1-1 0,2-1 0,-1-1 0,1-1 0,26 4 0,170 19 0,-175-26 0,381 10 0,-416-14 0,0 0 0,-1-1 0,1 0 0,0-1 0,-1 0 0,1 0 0,-1 0 0,1-2 0,-1 1 0,11-7 0,-15 8 0,0-1 0,0 0 0,0-1 0,-1 1 0,1-1 0,-1 0 0,0 1 0,0-1 0,0-1 0,-1 1 0,1 0 0,-1-1 0,0 1 0,0-1 0,0 0 0,-1 1 0,0-1 0,0 0 0,0 0 0,0-5 0,0-11 0,-1 1 0,-1-1 0,-1 1 0,-1-1 0,0 1 0,-2 0 0,0 0 0,-1 0 0,-1 1 0,-15-28 0,-9-10 0,-77-104 0,79 120 0,21 32 0,1 0 0,-1 0 0,-1 1 0,1 0 0,-1 1 0,-1 0 0,1 0 0,-1 1 0,-1 0 0,1 1 0,-14-6 0,-14-2 0,0 2 0,-39-6 0,1 0 0,45 9-1365,6 3-5461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24575,'-2'105'0,"0"-38"0,11 113 0,-9-176 0,1 1 0,-1-1 0,1 1 0,1-1 0,-1 1 0,1-1 0,-1 0 0,1 0 0,3 5 0,-4-8 0,0 0 0,1 1 0,-1-1 0,0 0 0,1 0 0,-1 0 0,1 0 0,-1 0 0,1 0 0,-1 0 0,1-1 0,0 1 0,-1-1 0,1 1 0,0-1 0,-1 1 0,1-1 0,0 0 0,0 0 0,0 0 0,-1 0 0,1 0 0,0 0 0,0-1 0,-1 1 0,4-1 0,24-7 0,-1-2 0,31-14 0,28-9 0,60-11 0,2 7 0,265-31 0,-411 68-88,-11 4 120,-27 8 108,-48 14-1589,12-6-5377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639 25 24575,'0'-4'0,"-4"-1"0,-10 0 0,-10 1 0,-9 1 0,-4 1 0,-3 1 0,-3 0 0,-3 1 0,-1 1 0,4-1 0,0 0 0,-1 0 0,-4 0 0,-3 0 0,3 1 0,6-1 0,10 0-8191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 24575,'0'4'0,"0"9"0,-4 16 0,-6 18 0,-8 26 0,-11 25 0,-7 20 0,-7 10 0,1 5 0,3-9 0,0-13 0,2-14 0,0-22 0,2-29 0,3-34 0,2-24 0,7-13 0,7-2-8191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6:5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24575,'0'8'0,"8"15"0,7 12 0,9 12 0,12 10 0,5 4 0,3 3 0,6 8 0,7 7 0,3 11 0,-2 7 0,2 2 0,-5-2 0,-4-7 0,-7-9 0,-10-19-8191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17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574 0 24575,'-20'0'0,"-11"0"0,-46 5 0,66-3 0,0 0 0,1 1 0,-1 0 0,1 1 0,-1 0 0,1 0 0,-17 12 0,-18 12 0,2 3 0,2 1 0,1 3 0,-46 49 0,79-75 0,0 1 0,1 1 0,0-1 0,0 1 0,1 0 0,0 0 0,-5 20 0,-15 88 0,21-94 0,1-17 0,1 1 0,1 0 0,0 0 0,0 0 0,0 0 0,1 0 0,1 0 0,0 0 0,0 0 0,0 0 0,1 0 0,1 0 0,0 0 0,0-1 0,0 0 0,1 1 0,0-1 0,1 0 0,0-1 0,0 1 0,9 8 0,3 4 0,1-1 0,0-1 0,2-1 0,0 0 0,1-2 0,0 0 0,2-1 0,-1-2 0,2 0 0,-1-1 0,2-2 0,-1 0 0,1-2 0,0 0 0,1-2 0,0-1 0,26 1 0,-32-5 0,2 2 0,0-2 0,0-1 0,41-7 0,-56 7 0,-1-1 0,1 0 0,-1 0 0,0-1 0,0 0 0,0 0 0,0 0 0,0-1 0,0 0 0,-1 0 0,0 0 0,0-1 0,0 0 0,-1 0 0,1 0 0,6-12 0,-2 2 0,-1-1 0,-1 0 0,0 0 0,-1-1 0,-1 0 0,-1 0 0,0 0 0,1-25 0,-2-14 0,-4-74 0,-2 37 0,2 74 0,0 0 0,-2 0 0,0 1 0,-1-1 0,-1 0 0,-1 1 0,0 0 0,-1 1 0,-1-1 0,-1 1 0,-20-28 0,26 41-105,0 0 0,-1 0 0,1 1 0,-1 0 0,0 0 0,0 0 0,0 0 0,0 0 0,-1 1 0,1 0 0,-1 0 0,-9-3 0,-6 0-6721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1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0 24575,'-1'6'0,"0"-1"0,0 1 0,0-1 0,-1 0 0,1 1 0,-1-1 0,-1 0 0,1 0 0,-1 0 0,0 0 0,0-1 0,-5 6 0,-48 53 0,46-54 0,-142 135 0,84-84 0,3 3 0,-105 131 0,164-183 0,1 0 0,0 0 0,1 1 0,0 0 0,1 0 0,0 0 0,0 0 0,2 0 0,-1 1 0,2-1 0,1 24 0,-5 38 0,2-51-48,-8 31-1269,4-41-5509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19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1453 212 24575,'0'-1'0,"0"1"0,-1-1 0,1 0 0,0 0 0,0 0 0,-1 1 0,1-1 0,-1 0 0,1 0 0,-1 1 0,1-1 0,-1 0 0,1 1 0,-1-1 0,0 1 0,1-1 0,-1 1 0,0-1 0,0 1 0,1-1 0,-1 1 0,0 0 0,0-1 0,-1 1 0,-27-9 0,18 7 0,-106-27 0,-2 5 0,0 5 0,-138-3 0,186 19-109,-255-17 352,230 10-993,-131-31 1,162 23-6077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2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27 24575,'-9'1'0,"0"0"0,-1 1 0,1 0 0,0 1 0,0 0 0,0 0 0,0 1 0,1 0 0,-1 1 0,1 0 0,0 0 0,1 1 0,-9 7 0,4-3 0,0 1 0,0 1 0,1 0 0,0 1 0,1 0 0,-14 25 0,19-27 0,1 0 0,0 0 0,1 1 0,0-1 0,1 1 0,0-1 0,-1 23 0,8 88 0,-2-79 0,-2-18 0,2 0 0,1 0 0,1 0 0,1 0 0,1 0 0,11 26 0,-12-39 0,0 1 0,0-1 0,2 0 0,-1-1 0,2 1 0,-1-1 0,1-1 0,1 0 0,0 0 0,0-1 0,1 0 0,22 13 0,9 0 0,1-2 0,2-1 0,0-3 0,61 15 0,-22-13 0,132 11 0,-192-26 0,0-1 0,0-2 0,0 0 0,0-2 0,39-7 0,-57 8 0,0-1 0,0 0 0,0 0 0,0-1 0,0 0 0,0 0 0,-1 0 0,1 0 0,-1-1 0,0 0 0,0 0 0,0-1 0,-1 1 0,1-1 0,-1 0 0,0 0 0,-1-1 0,1 1 0,-1-1 0,0 0 0,-1 0 0,1 0 0,-1 0 0,0 0 0,2-11 0,-2-1 0,0 1 0,-1-1 0,-1 1 0,0-1 0,-2 0 0,0 1 0,-1-1 0,0 1 0,-2 0 0,0 0 0,0 0 0,-9-15 0,-13-23 0,-3 2 0,-40-56 0,45 70 0,11 19 0,-16-28 0,-3 2 0,-53-59 0,74 92 0,0 1 0,-1 1 0,-1 0 0,0 0 0,-1 1 0,1 1 0,-2 1 0,1 0 0,-1 1 0,-1 1 0,1 0 0,-22-4 0,-21 2-223,-1 3 1,-105 4-1,134 2-474,-3-1-6129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22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24575,'-2'160'0,"-1"-35"0,5 1 0,20 134 0,-21-253 0,0 0 0,0 0 0,1 1 0,0-1 0,0 0 0,5 11 0,-6-17 0,-1 1 0,1-1 0,0 0 0,0 0 0,0 1 0,0-1 0,0 0 0,0 0 0,0 0 0,0 0 0,0-1 0,0 1 0,1 0 0,-1 0 0,0-1 0,0 1 0,1-1 0,-1 1 0,1-1 0,-1 1 0,0-1 0,1 0 0,-1 0 0,1 1 0,-1-1 0,1 0 0,-1-1 0,1 1 0,-1 0 0,0 0 0,1-1 0,-1 1 0,1 0 0,-1-1 0,0 1 0,2-2 0,18-10 0,0-1 0,-2 0 0,1-2 0,-2 0 0,0-1 0,-1-1 0,16-20 0,34-30 0,16-2-341,2 5 0,3 3-1,104-54 1,-141 86-6485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22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1357 69 24575,'-4'0'0,"-9"0"0,-16 0 0,-14 0 0,-8 0 0,-16-4 0,-25-2 0,-46-3 0,-27 0 0,-7 1 0,14 2 0,18 2 0,24-3 0,28 1 0,32 1 0,31 1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23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 24575,'-3'4'0,"0"1"0,1 0 0,0-1 0,0 1 0,0 0 0,0 0 0,1 0 0,0 0 0,0 0 0,0 1 0,0-1 0,1 0 0,0 7 0,-1 10 0,-133 790 0,133-802-195,-1-1 0,0 0 0,-1 0 0,0 0 0,0 0 0,-9 14 0,0-8-6631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24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24575,'85'102'0,"-30"-34"0,10 8 0,561 669 0,-286-344-403,-277-329-559,-35-39-5864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42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842 25 24575,'-19'1'0,"1"1"0,0 0 0,0 2 0,0 0 0,0 1 0,0 1 0,1 0 0,0 1 0,-20 12 0,-19 15 0,-67 50 0,38-23 0,39-31 0,1 3 0,2 1 0,-72 75 0,101-93 0,0 0 0,2 0 0,0 2 0,1 0 0,0 0 0,2 1 0,0 0 0,1 0 0,2 1 0,-1 0 0,2 0 0,1 1 0,-3 28 0,5 308 0,5-175 0,-3-173 0,0 1 0,0 0 0,1 0 0,1 0 0,0-1 0,0 1 0,1-1 0,0 1 0,0-1 0,1 0 0,0 0 0,1-1 0,0 1 0,1-1 0,-1 0 0,1 0 0,1-1 0,0 0 0,0 0 0,0-1 0,9 7 0,13 9 0,1-1 0,1-2 0,0-1 0,60 24 0,-37-23 0,1-2 0,0-2 0,93 11 0,-46-16 0,118-5 0,-169-5 0,1-1 0,-1-4 0,0-1 0,70-18 0,-81 13 0,-2-2 0,0-1 0,0-1 0,39-24 0,-66 32 0,1 0 0,-1-1 0,0-1 0,0 0 0,-1 0 0,-1-1 0,1 0 0,-2-1 0,1 0 0,-1 0 0,-1-1 0,0 0 0,-1 0 0,0 0 0,-1-1 0,4-13 0,2-23 0,-2 0 0,-2 0 0,0-53 0,-8-155 0,-2 97 0,4 136 0,-1-1 0,-1 0 0,-1 1 0,-1-1 0,-1 1 0,-1 0 0,-17-46 0,-11-19 0,28 70 0,-2 0 0,0 0 0,-1 1 0,-1 0 0,-1 0 0,0 1 0,-17-21 0,5 16 0,-1 0 0,-1 2 0,-1 1 0,0 1 0,-2 2 0,0 0 0,0 2 0,-60-22 0,60 27 0,-2 1 0,1 2 0,-35-4 0,43 7 0,-21-1-54,-78 3 0,69 2-1203,30-1-5569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45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53 24575,'18'0'0,"-15"1"0,1 0 0,0-1 0,-1 0 0,1 0 0,0 0 0,0-1 0,-1 1 0,1-1 0,0 0 0,-1 0 0,5-2 0,-8 2 0,0-1 0,0 0 0,0 0 0,-1 1 0,1-1 0,-1 0 0,0 1 0,1-1 0,-1 0 0,0 1 0,0-1 0,0 1 0,0-1 0,0 1 0,0 0 0,0-1 0,-1 1 0,1 0 0,0 0 0,-1 0 0,1 0 0,-1 0 0,1 0 0,-4-1 0,3 0 0,0 1 0,0 0 0,0 0 0,-1 0 0,1 0 0,0 0 0,-1 0 0,1 0 0,-1 1 0,1-1 0,-1 1 0,1 0 0,-1-1 0,1 1 0,-1 0 0,1 1 0,-4-1 0,5 1 4,0 0 0,0 0-1,0 0 1,-1 0-1,1 0 1,0 0 0,0 0-1,0 0 1,0 0 0,1 1-1,-1-1 1,0 0-1,0 0 1,1 1 0,-1-1-1,1 1 1,-1-1 0,1 0-1,0 1 1,0-1-1,-1 1 1,1-1 0,0 1-1,0-1 1,0 1 0,0-1-1,1 1 1,-1-1-1,0 1 1,1-1 0,-1 0-1,2 3 1,-2-3-40,1 0 0,-1 0-1,1 0 1,-1 0 0,1 0 0,0 0-1,-1 0 1,1 0 0,0 0 0,0 0 0,0 0-1,0 0 1,0-1 0,0 1 0,0 0-1,0-1 1,0 1 0,0-1 0,0 1 0,0-1-1,0 1 1,0-1 0,1 0 0,-1 1-1,0-1 1,0 0 0,0 0 0,1 0 0,-1 0-1,0 0 1,0 0 0,0-1 0,1 1-1,-1 0 1,0-1 0,0 1 0,0 0 0,0-1-1,0 0 1,2 0 0,8-7-6790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48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24575,'0'4'0,"0"1"0,0-1 0,1 0 0,0 0 0,0 0 0,0 0 0,0 0 0,0 0 0,1 0 0,0 0 0,3 5 0,-4-8 0,-1 0 0,1 0 0,0 0 0,0 0 0,0 0 0,1 0 0,-1 0 0,0 0 0,0-1 0,0 1 0,1 0 0,-1-1 0,0 1 0,1-1 0,-1 1 0,0-1 0,1 0 0,-1 1 0,1-1 0,-1 0 0,0 0 0,1 0 0,-1 0 0,1 0 0,-1-1 0,1 1 0,-1 0 0,0-1 0,1 1 0,-1-1 0,0 1 0,1-1 0,-1 1 0,0-1 0,0 0 0,3-2 0,-2 1 0,1 0 0,0-1 0,-1 0 0,1 0 0,-1 0 0,0 0 0,0 0 0,0 0 0,-1 0 0,1-1 0,-1 1 0,0 0 0,1-1 0,-2 0 0,1 1 0,0-1 0,-1 1 0,1-1 0,-1 0 0,0 1 0,-1-7 0,1 7 0,0 0 0,0 0 0,-1 0 0,1 0 0,-1 0 0,1 0 0,-1 0 0,0 0 0,0 0 0,-1 0 0,1 0 0,-1 0 0,1 1 0,-1-1 0,0 1 0,0-1 0,0 1 0,0-1 0,0 1 0,-1 0 0,1 0 0,-1 0 0,1 1 0,-6-4 0,7 6 0,0 0 0,0 0 0,0 0 0,1-1 0,-1 1 0,0 0 0,1 0 0,-1 0 0,0 1 0,1-1 0,-1 0 0,1 0 0,0 0 0,-1 0 0,1 0 0,0 0 0,0 1 0,0-1 0,0 0 0,0 0 0,0 0 0,0 1 0,0-1 0,0 0 0,1 2 0,-1 0 0,0-1 0,0 1 0,0 0 0,1-1 0,-1 1 0,1-1 0,-1 1 0,1-1 0,0 1 0,0-1 0,0 1 0,0-1 0,1 0 0,-1 1 0,3 1 0,-3-2 0,0-2 0,1 1 0,-1 0 0,0 0 0,1 0 0,-1 0 0,1-1 0,-1 1 0,1-1 0,0 1 0,-1-1 0,1 0 0,-1 0 0,1 1 0,0-1 0,-1 0 0,1-1 0,-1 1 0,1 0 0,0 0 0,-1-1 0,1 1 0,1-1 0,-11 0 92,-8 7-1549,6 1-5369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50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24575,'4'0'0,"5"0"0,2 0-8191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54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 24575,'11'18'0,"0"-1"0,1 1 0,1-2 0,1 0 0,27 26 0,1 0 0,-17-16 0,2-2 0,1-1 0,38 23 0,-53-38 0,0-1 0,1-1 0,0 0 0,0 0 0,0-2 0,1 0 0,-1 0 0,1-2 0,26 2 0,10-2 0,75-8 0,-118 6 0,-1-1 0,1 0 0,-1 0 0,1-1 0,-1 0 0,0 0 0,0-1 0,0 0 0,0 0 0,-1-1 0,1 1 0,-1-2 0,0 1 0,0-1 0,0 1 0,0-2 0,-1 1 0,0-1 0,0 1 0,-1-1 0,1-1 0,-1 1 0,-1 0 0,1-1 0,-1 0 0,0 0 0,-1 0 0,0 0 0,3-11 0,8-33 0,-5 25 0,-2 0 0,-1 0 0,3-35 0,-5 40 0,-3-17 0,0 37 0,0-1 0,-1 1 0,0 0 0,1 0 0,-1 0 0,1 0 0,-1 0 0,0 0 0,0 0 0,0 0 0,0 1 0,0-1 0,1 0 0,-1 0 0,-1 1 0,1-1 0,0 0 0,0 1 0,0-1 0,0 1 0,0 0 0,0-1 0,-1 1 0,1 0 0,0 0 0,0-1 0,0 1 0,-1 0 0,0 1 0,-203 0 0,78 2 0,108-1 0,0 0 0,0 1 0,0 1 0,-31 10 0,31-8 0,-1 0 0,0-2 0,-39 4 0,36-7 0,-17 0 0,-64 10 0,57-4-1365,26-5-5461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56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39 24575,'2'4'0,"1"0"0,0 0 0,0 0 0,1 0 0,-1 0 0,7 5 0,3 4 0,90 108 0,-103-121 0,0 1 0,1-1 0,-1 0 0,0 1 0,0-1 0,1 0 0,-1 0 0,0 1 0,1-1 0,-1 0 0,0 1 0,1-1 0,-1 0 0,1 0 0,-1 0 0,0 0 0,1 1 0,-1-1 0,1 0 0,-1 0 0,0 0 0,1 0 0,-1 0 0,1 0 0,-1 0 0,1 0 0,-1 0 0,0 0 0,1 0 0,-1 0 0,1 0 0,0-1 0,8-13 0,2-32 0,-9 37 0,29-108-1365,-27 94-5461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7:58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24575,'1'5'0,"0"0"0,1 0 0,0 0 0,0 0 0,0 0 0,1-1 0,0 1 0,-1-1 0,2 1 0,-1-1 0,4 4 0,10 15 0,-15-18 0,0-1 0,1 0 0,0 0 0,0 0 0,0 0 0,0-1 0,0 1 0,6 4 0,-8-8 0,1 1 0,-1-1 0,0 0 0,1 0 0,-1 1 0,1-1 0,-1 0 0,0 0 0,1 0 0,-1-1 0,0 1 0,1 0 0,-1 0 0,0-1 0,1 1 0,-1-1 0,0 1 0,1-1 0,-1 1 0,0-1 0,0 0 0,0 0 0,0 0 0,0 0 0,0 0 0,0 0 0,0 0 0,0 0 0,0 0 0,0 0 0,-1 0 0,1 0 0,0-2 0,9-11 1,-1-1-1,0 0 1,-1 0-1,-1-1 0,5-16 1,7-14-1369,-10 26-5458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0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24575,'1'0'0,"1"1"0,-1-1 0,0 1 0,0-1 0,0 1 0,1 0 0,-1 0 0,0-1 0,0 1 0,0 0 0,0 0 0,0 0 0,0 0 0,0 0 0,-1 0 0,1 0 0,0 0 0,-1 1 0,1-1 0,0 0 0,0 3 0,12 32 0,-12-31 0,17 59 0,-4 0 0,8 77 0,0 132 0,-21-253 0,5 203 0,1 31 0,0-201 0,21 80 0,2 14 0,-21-105 0,-7-32 0,1 0 0,-1 0 0,-1 0 0,0 0 0,0 20 0,-1-30 0,0 1 0,0-1 0,0 0 0,0 1 0,0-1 0,-1 0 0,1 1 0,0-1 0,0 1 0,0-1 0,0 0 0,0 0 0,0 1 0,-1-1 0,1 0 0,0 1 0,0-1 0,0 0 0,-1 1 0,1-1 0,0 0 0,0 0 0,-1 0 0,1 1 0,0-1 0,-1 0 0,1 0 0,0 0 0,-1 0 0,1 1 0,0-1 0,-1 0 0,1 0 0,0 0 0,-1 0 0,1 0 0,0 0 0,-1 0 0,0 0 0,-14-9 0,-11-20 0,11 10 0,2-1 0,1 0 0,0 0 0,2-1 0,0-1 0,1 0 0,1 0 0,-8-41 0,16 55 0,0 1 0,1-1 0,0 0 0,0 1 0,1-1 0,-1 1 0,2-1 0,-1 1 0,1 0 0,0 0 0,1 0 0,0 0 0,0 1 0,0 0 0,1-1 0,9-9 0,10-9 0,1 2 0,40-30 0,-58 47 0,315-221-2,-12 8 71,-242 166-547,-2-3 1,78-87 0,-105 96-6349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1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2308 1406 24575,'-1'-4'0,"0"0"0,0 0 0,0 0 0,-1 1 0,1-1 0,-1 0 0,0 0 0,0 1 0,0 0 0,-1-1 0,-3-3 0,-4-7 0,-13-20 0,-1 2 0,-52-54 0,-18-3-87,-3 3 0,-4 6-1,-158-98 1,-365-156-967,-204-2 1054,798 326 0,9 3 0,0-1 0,0-1 0,-20-11 0,40 19 3,0 1 0,0 0-1,1-1 1,-1 1 0,0-1-1,0 0 1,1 1 0,-1-1-1,0 1 1,1-1 0,-1 0-1,0 0 1,1 1 0,-1-1-1,1 0 1,-1 0 0,1 0-1,0 0 1,-1-1 0,11-9-1188,10 2-4472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2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715 1 24575,'-3'80'0,"-3"1"0,-4-2 0,-41 156 0,-98 220 0,-296 619 0,395-982 0,60-116-1365,4-11-5461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3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24575,'45'76'0,"61"141"0,-88-177 0,129 334 0,-17-39 0,-22-89 0,149 248 0,-226-447-1365,-11-23-5461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5.7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1 24575,'-4'0'0,"-10"8"0,-6 11 0,-4 7 0,-2 14 0,0 5 0,-1 3 0,-3 2 0,0 0 0,-5-5 0,6-1 0,6-12 0,12-25 0,15-16 0,8-7-8191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6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24575,'14'631'0,"-4"-12"-199,-10-454-967,0-144-5660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6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0 136 24575,'8'-1'0,"1"0"0,-1-1 0,0-1 0,0 1 0,0-1 0,14-7 0,1 0 0,36-12 0,2 4 0,0 2 0,0 3 0,83-7 0,-91 10-1365,-32 5-5461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7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24575,'0'4'0,"4"9"0,2 7 0,-1 5 0,-1 9 0,-1 3 0,-1 4 0,-1-1 0,-1 0 0,4-2 0,1-3 0,0-13 0,-1-21 0,-1-23 0,-2-21 0,0-2-8191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8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24575,'0'-5'0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09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46 543 24575,'-3'-67'0,"-2"0"0,-17-72 0,13 85 0,6 41 0,1 0 0,1 0 0,1 0 0,-1 0 0,2 0 0,2-16 0,-1 22 0,-1 1 0,1-1 0,0 1 0,1 0 0,0 0 0,0 0 0,0 0 0,0 1 0,1-1 0,0 1 0,0 0 0,1 0 0,-1 0 0,7-5 0,-9 8 0,0 1 0,0-1 0,0 1 0,0-1 0,0 1 0,0 0 0,1-1 0,-1 1 0,0 0 0,1 1 0,-1-1 0,0 0 0,1 1 0,-1-1 0,1 1 0,-1 0 0,1 0 0,-1 0 0,1 0 0,-1 0 0,1 0 0,4 2 0,-3 0 0,0 0 0,-1 0 0,1 0 0,-1 1 0,0-1 0,1 1 0,-1 0 0,0 0 0,-1 0 0,1 0 0,0 0 0,3 7 0,2 4 0,-1 1 0,0 0 0,-1 0 0,0 1 0,-1 0 0,2 16 0,11 76 0,24 111 0,-38-197-80,-5-22 83,1 0 1,0 0-1,0 0 0,0 0 0,0 1 0,0-1 0,0 0 0,0 0 0,0 0 0,0 0 1,0 0-1,0 0 0,0 0 0,0 0 0,0 1 0,0-1 0,0 0 0,-1 0 0,1 0 0,0 0 1,0 0-1,0 0 0,0 0 0,0 0 0,0 0 0,0 0 0,-1 0 0,1 0 0,0 0 1,0 0-1,0 0 0,0 0 0,0 0 0,0 0 0,0 0 0,-1 0 0,1 0 0,0 0 0,0 0 1,0 0-1,0 0 0,0 0 0,0 0 0,0 0 0,-1 0 0,1 0 0,0 0 0,0 0 1,0 0-1,0 0 0,0-1 0,0 1 0,0 0 0,0 0 0,0 0 0,-1 0 0,1 0 0,0 0 1,0 0-1,0 0 0,0-1 0,0 1 0,0 0 0,-16-32-1487,11 10-5342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0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65 24575,'7'5'0,"-1"-1"0,0 1 0,0 0 0,0 0 0,-1 1 0,0 0 0,0 0 0,0 0 0,6 12 0,0 0 0,-2 1 0,11 27 0,-5 4 0,-3 1 0,-1 0 0,4 67 0,-7-51 0,10 107 0,-13-98 0,4-1 0,26 106 0,-144-385 0,106 197 0,-43-89 0,-40-117 0,76 183 0,1-1 0,1 0 0,2 0 0,2 0 0,0-1 0,2 0 0,2 1 0,5-53 0,-4 77 0,2 0 0,-1 1 0,1-1 0,0 0 0,1 1 0,-1 0 0,1-1 0,0 2 0,1-1 0,-1 0 0,1 1 0,1 0 0,-1 0 0,8-6 0,-3 3 0,-1-1 0,0 0 0,12-16 0,-19 21 0,2-1 0,-1 1 0,0 0 0,1 0 0,0 1 0,0-1 0,0 1 0,0 0 0,0 0 0,1 0 0,-1 0 0,1 1 0,0 0 0,0 0 0,0 0 0,0 1 0,0-1 0,0 1 0,0 0 0,0 1 0,10-1 0,-8 2 0,1 0 0,-1 0 0,0 0 0,0 1 0,0 0 0,-1 1 0,1-1 0,0 1 0,-1 0 0,0 1 0,0 0 0,0 0 0,0 0 0,0 1 0,8 8 0,-11-10-85,-1 0 0,1 1-1,-1-1 1,0 0 0,0 1-1,0-1 1,0 1 0,-1-1-1,0 1 1,1 0 0,-1 0-1,-1 0 1,1 0 0,0 0-1,-1 6 1,-1 10-6741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0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24575,'4'0'0,"6"0"0,4 0 0,5 0 0,7 0 0,7 0 0,6 0 0,5 0 0,7 0 0,11 0 0,3 0 0,-1 0 0,-7 0 0,-14 0-8191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1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80 170 24575,'0'0'0,"0"1"0,1 0 0,-1 0 0,0-1 0,0 1 0,0 0 0,1-1 0,-1 1 0,0 0 0,1-1 0,-1 1 0,0 0 0,1-1 0,-1 1 0,1 0 0,-1-1 0,1 1 0,-1-1 0,1 1 0,0-1 0,-1 0 0,1 1 0,0-1 0,-1 1 0,1-1 0,0 0 0,-1 0 0,1 1 0,0-1 0,0 0 0,-1 0 0,1 0 0,0 0 0,0 0 0,-1 0 0,1 0 0,0 0 0,0 0 0,-1 0 0,1 0 0,0-1 0,-1 1 0,1 0 0,0 0 0,-1-1 0,1 1 0,0-1 0,0 1 0,35-18 0,-27 12 0,-1-1 0,-1 0 0,1 0 0,-1-1 0,-1 0 0,1 0 0,-1-1 0,8-16 0,-12 22 0,-1 1 0,0-1 0,0 1 0,0-1 0,0 0 0,-1 0 0,1 0 0,-1 1 0,1-1 0,-1 0 0,0 0 0,0 0 0,-1 0 0,1 0 0,-1-4 0,0 5 0,0 0 0,-1 0 0,1 1 0,0-1 0,-1 0 0,1 0 0,-1 1 0,1-1 0,-1 1 0,0-1 0,0 1 0,0-1 0,0 1 0,0 0 0,0 0 0,0 0 0,0 1 0,0-1 0,0 0 0,-1 1 0,1-1 0,-4 1 0,1-1 0,0 1 0,0-1 0,-1 2 0,1-1 0,0 1 0,0-1 0,0 1 0,-1 1 0,1-1 0,0 1 0,1 0 0,-1 0 0,0 0 0,0 0 0,1 1 0,0 0 0,-1 0 0,1 0 0,0 1 0,1 0 0,-1-1 0,1 1 0,-1 0 0,1 1 0,0-1 0,-3 7 0,-1 1 0,0 1 0,0 1 0,1-1 0,1 1 0,1 0 0,0 0 0,0 1 0,-1 18 0,5-30 0,-3 19 0,1 1 0,1 0 0,2 0 0,5 41 0,-6-60 0,1 1 0,0-1 0,0 1 0,1-1 0,-1 0 0,1 0 0,0 1 0,0-1 0,0-1 0,1 1 0,0 0 0,-1 0 0,1-1 0,0 0 0,1 1 0,-1-1 0,0 0 0,1-1 0,0 1 0,0-1 0,0 1 0,0-1 0,0 0 0,0-1 0,0 1 0,1-1 0,-1 0 0,1 0 0,-1 0 0,9 0 0,-2 0 0,0 0 0,0-1 0,0 0 0,0 0 0,0-2 0,0 1 0,-1-1 0,1-1 0,-1 0 0,1 0 0,-1-1 0,0-1 0,0 1 0,-1-2 0,1 1 0,8-8 0,10-8-1365,-1 1-5461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2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1 24575,'-2'0'0,"0"0"0,1 1 0,-1 0 0,0-1 0,1 1 0,-1 0 0,1 0 0,-1 0 0,1 0 0,-1 0 0,1 0 0,0 0 0,-1 0 0,1 1 0,0-1 0,0 0 0,-1 3 0,-20 30 0,17-25 0,0 0 0,0 1 0,0 0 0,1 0 0,0 0 0,1 0 0,0 1 0,1-1 0,0 1 0,0 0 0,1 0 0,1 0 0,0-1 0,0 1 0,1 0 0,1 0 0,0 0 0,0-1 0,1 1 0,0-1 0,1 0 0,0 0 0,1 0 0,0 0 0,0-1 0,1 0 0,0 0 0,1 0 0,0-1 0,0 0 0,1 0 0,0-1 0,0 0 0,1 0 0,0-1 0,0 0 0,0-1 0,1 0 0,11 4 0,-20-8-4,1-1 0,0 1 0,0 0 0,-1-1 0,1 0 0,0 0 0,0 1 0,0-1 0,0 0 0,0 0 0,-1-1 0,1 1 0,0 0 0,0-1 0,0 1 0,-1-1 0,1 1 0,0-1 0,-1 0 0,1 0 0,0 0 0,-1 0 0,1 0 0,-1 0 0,1 0 1,-1 0-1,0-1 0,1 1 0,-1 0 0,0-1 0,0 1 0,0-1 0,0 0 0,0 1 0,1-4 0,11-12-1218,-3 5-5604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2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24575,'0'8'0,"0"15"0,4 16 0,1 17 0,5 12 0,0 11 0,2 19 0,3 19 0,0 1 0,4-3 0,0-9 0,-4-15 0,-4-18 0,-4-25 0,-7-22 0,-4-15-8191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3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24575,'5'0'0,"4"0"0,5-4 0,5-1 0,3 0 0,10 1 0,11 1 0,16 1 0,9 1 0,5 1 0,8-5 0,-8-4 0,-15-2-8191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4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0 227 24575,'17'0'0,"1"-1"0,-1-1 0,0 0 0,0-1 0,-1-1 0,1-1 0,-1-1 0,26-11 0,-35 14 0,-1 0 0,-1-1 0,1 1 0,0-1 0,-1 0 0,0-1 0,0 1 0,0-1 0,-1 0 0,1 0 0,-1 0 0,0-1 0,-1 0 0,1 1 0,-1-1 0,0-1 0,-1 1 0,1 0 0,-1-1 0,0 1 0,-1-1 0,0 1 0,0-1 0,0-10 0,-1 15 0,0-1 0,0 1 0,0 0 0,0 0 0,0-1 0,-1 1 0,1 0 0,-1 0 0,0-1 0,0 1 0,0 0 0,0 0 0,0 0 0,0 0 0,-3-3 0,3 4 0,1 0 0,-1 1 0,0-1 0,0 0 0,0 1 0,0 0 0,-1-1 0,1 1 0,0-1 0,0 1 0,0 0 0,0 0 0,0 0 0,0-1 0,0 1 0,-1 0 0,1 0 0,0 1 0,0-1 0,0 0 0,0 0 0,-2 1 0,-1 1 0,-1 0 0,1 0 0,0 0 0,0 1 0,0-1 0,0 1 0,0 0 0,1 0 0,-1 1 0,1-1 0,0 1 0,0 0 0,-3 5 0,-2 4 0,1 0 0,0 1 0,1 0 0,0 1 0,2-1 0,-1 1 0,2 0 0,0 0 0,-2 25 0,5-30 0,0 0 0,1-1 0,0 1 0,0 0 0,1-1 0,1 1 0,-1-1 0,1 1 0,1-1 0,0 0 0,0 0 0,1-1 0,0 1 0,0-1 0,1 0 0,7 7 0,-9-10 0,1 1 0,-1-1 0,1 0 0,1-1 0,-1 1 0,1-1 0,-1 0 0,1 0 0,0-1 0,1 0 0,-1 0 0,0 0 0,1-1 0,0 0 0,0 0 0,-1-1 0,1 1 0,0-2 0,0 1 0,0-1 0,0 0 0,8-1 0,126-9-26,-43 4-643,103-19-1,-155 15-6156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5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24575,'10'14'0,"0"-1"0,-1 2 0,0-1 0,-1 1 0,-1 1 0,-1-1 0,9 32 0,-4-17 0,96 299 0,37 98 0,-129-390 0,-8-23 0,-1 2 0,0-1 0,-1 1 0,-1 0 0,0 0 0,1 19 0,-5-35 0,1 1 0,-1-1 0,0 0 0,0 1 0,0-1 0,0 0 0,0 1 0,0-1 0,0 0 0,0 1 0,0-1 0,-1 0 0,1 1 0,0-1 0,0 0 0,0 1 0,0-1 0,0 0 0,-1 1 0,1-1 0,0 0 0,0 0 0,0 1 0,-1-1 0,1 0 0,0 0 0,0 1 0,-1-1 0,1 0 0,0 0 0,-1 0 0,1 0 0,0 1 0,-1-1 0,1 0 0,0 0 0,-1 0 0,-15-5 0,-22-22 0,30 21 0,-5-3 0,0 0 0,-1 1 0,0 1 0,0 0 0,-1 1 0,1 1 0,-2 0 0,1 1 0,0 1 0,-1 0 0,0 1 0,1 0 0,-1 2 0,-22 1 0,35-1 0,1 0 0,-1 0 0,0 0 0,0 1 0,0-1 0,0 1 0,1-1 0,-1 1 0,0 0 0,1 0 0,-1 1 0,1-1 0,-1 0 0,1 1 0,-1 0 0,1-1 0,0 1 0,0 0 0,0 0 0,0 0 0,0 0 0,0 1 0,1-1 0,-1 0 0,1 1 0,-1-1 0,1 1 0,0 0 0,0-1 0,0 1 0,1 0 0,-1 0 0,1-1 0,-1 1 0,1 6 0,0-3 0,1 1 0,0-1 0,0 1 0,0-1 0,1 1 0,0-1 0,1 0 0,-1 0 0,1 0 0,0 0 0,0 0 0,1-1 0,0 1 0,7 8 0,6 4 0,1-1 0,30 23 0,-39-34 0,0 0 0,0-1 0,1 0 0,0-1 0,0 0 0,1 0 0,-1-1 0,15 2 0,-14-3 15,0 0 0,1-1 0,-1 0 0,1-1 0,-1 0 0,1-1 0,10-2 0,-17 2-98,0-1 1,0 1-1,0-1 1,0 0-1,-1 0 1,1-1-1,-1 1 1,0-1-1,0 0 1,0 0-1,0 0 1,0-1-1,0 1 1,-1-1-1,0 0 1,0 0-1,5-9 1,3-8-6744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28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24575,'-11'1'0,"0"1"0,1-1 0,-1 2 0,0-1 0,1 1 0,0 1 0,0 0 0,0 1 0,0-1 0,0 2 0,1 0 0,0 0 0,0 0 0,1 1 0,0 0 0,-11 14 0,15-18 0,1 1 0,-1 0 0,1 0 0,0 1 0,1-1 0,-1 1 0,1-1 0,0 1 0,0 0 0,0 0 0,1 0 0,-1 0 0,1 0 0,0 0 0,1 0 0,-1 0 0,1 0 0,0 0 0,1 1 0,-1-1 0,1 0 0,0 0 0,0 0 0,0 0 0,1 0 0,0 0 0,0-1 0,0 1 0,1 0 0,-1-1 0,1 0 0,0 1 0,0-1 0,1 0 0,-1-1 0,6 5 0,-2-2 0,-1-1 0,1-1 0,0 1 0,1-1 0,-1-1 0,1 1 0,0-1 0,-1 0 0,1-1 0,9 2 0,30 10 0,-43-12 0,-1-1 0,1 1 0,-1 0 0,1 0 0,-1 0 0,0 0 0,0 0 0,0 1 0,0 0 0,0-1 0,-1 1 0,1 0 0,-1 0 0,0 1 0,0-1 0,0 0 0,0 1 0,2 6 0,-3-7 0,-1-1 0,1 1 0,-1 0 0,0-1 0,0 1 0,0 0 0,0-1 0,0 1 0,-1 0 0,0-1 0,1 1 0,-1 0 0,0-1 0,0 1 0,0-1 0,0 1 0,-1-1 0,1 0 0,-1 0 0,1 0 0,-1 1 0,0-1 0,0-1 0,0 1 0,0 0 0,-4 2 0,-7 6 0,-1-1 0,-1 0 0,1-1 0,-1-1 0,-1-1 0,1 0 0,-1-1 0,0 0 0,-27 3 0,42-8 3,0 1 0,0-1 0,1 0 1,-1 0-1,0 0 0,0 0 0,0 0 0,0 0 0,0 0 0,0-1 0,0 1 0,0 0 0,1 0 0,-1-1 0,0 1 0,0 0 0,0-1 0,0 1 1,1-1-1,-1 1 0,0-1 0,1 0 0,-1 1 0,0-1 0,1 0 0,-1 1 0,1-1 0,-1 0 0,1 1 0,-1-1 0,1 0 0,-1 0 1,1 0-1,0 0 0,-1 0 0,1 1 0,0-3 0,0-1-168,0 1 1,1-1-1,-1 0 0,1 1 1,0-1-1,0 1 0,0-1 1,3-3-1,5-13-6661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29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24575,'3'23'0,"1"0"0,0 0 0,2-1 0,0 0 0,2 0 0,0 0 0,21 36 0,-23-47 0,0 0 0,0-1 0,2 0 0,-1 0 0,1 0 0,0-1 0,1 0 0,0-1 0,1 0 0,0-1 0,0 0 0,15 8 0,-24-14 0,1-1 0,-1 0 0,0 1 0,1-1 0,-1 0 0,0 0 0,1 0 0,-1 0 0,0 0 0,1 0 0,-1-1 0,0 1 0,1 0 0,-1-1 0,0 1 0,0-1 0,1 1 0,-1-1 0,0 0 0,0 1 0,0-1 0,0 0 0,0 0 0,0 0 0,0 0 0,0 0 0,0 0 0,0 0 0,0 0 0,-1 0 0,1 0 0,0 0 0,-1-1 0,1 1 0,-1 0 0,1-2 0,22-59 0,-18 46 0,44-145 0,-49 160 0,0 0 0,0-1 0,1 1 0,-1 0 0,0 0 0,0-1 0,1 1 0,-1 0 0,1 0 0,-1-1 0,1 1 0,0 0 0,-1 0 0,1 0 0,0 0 0,0 0 0,0 0 0,0 0 0,0 0 0,0 0 0,0 1 0,0-1 0,0 0 0,0 0 0,0 1 0,3-1 0,-3 1 0,1 1 0,-1-1 0,0 1 0,1-1 0,-1 1 0,1 0 0,-1 0 0,0 0 0,1 0 0,-1 0 0,0 0 0,0 0 0,0 0 0,0 0 0,0 1 0,0-1 0,1 3 0,7 11 0,-2 0 0,12 29 0,-5-2 0,-11-27 0,2-1 0,0 0 0,0 0 0,1 0 0,1-1 0,1 1 0,13 18 0,-15-29 41,-7-12-633,1 6-222,-3-9-6012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1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23 24575,'-49'-12'0,"6"1"0,36 11 0,0 1 0,0-1 0,0 1 0,0 0 0,0 0 0,0 1 0,1 0 0,-1 0 0,1 1 0,-1 0 0,1 0 0,0 0 0,0 1 0,0 0 0,-6 5 0,-3 4 0,0 0 0,1 1 0,1 1 0,-13 17 0,24-30 0,1 0 0,-1 0 0,1 0 0,-1 1 0,1-1 0,0 0 0,0 1 0,0-1 0,0 1 0,0-1 0,1 1 0,-1-1 0,1 4 0,0-5 0,0 1 0,0-1 0,0 0 0,1 0 0,-1 0 0,0 0 0,1 0 0,-1 1 0,1-1 0,-1 0 0,1 0 0,0 0 0,-1 0 0,1 0 0,0-1 0,0 1 0,0 0 0,0 0 0,0 0 0,1 0 0,6 3 0,0-1 0,1 0 0,-1 0 0,1-1 0,-1 0 0,14 1 0,23 7 0,-40-7 0,1-1 0,-1 2 0,0-1 0,1 1 0,-2-1 0,1 1 0,0 1 0,-1-1 0,0 1 0,0-1 0,0 1 0,0 0 0,2 6 0,-4-8 0,0 0 0,-1 0 0,1 0 0,-1 0 0,0 0 0,0 0 0,0 0 0,0 1 0,-1-1 0,1 0 0,-1 0 0,0 1 0,0-1 0,0 0 0,0 1 0,0-1 0,-1 0 0,0 1 0,1-1 0,-1 0 0,0 0 0,-1 0 0,1 0 0,-1 0 0,1 0 0,-3 3 0,1-3-65,-1-1 0,1 0 0,-1 1 0,0-1 0,0 0 0,0-1 0,0 1 0,0-1 0,0 1 0,0-1 0,-1-1 0,1 1 0,0 0 0,0-1 0,-1 0 0,1 0 0,0 0 0,-1-1 0,1 0 0,-6-1 0,-11-4-6761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1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0 24575,'-22'2'0,"0"0"0,0 1 0,1 2 0,-1 0 0,1 1 0,0 1 0,1 1 0,-1 1 0,2 1 0,-1 0 0,1 2 0,1 0 0,0 1 0,-19 18 0,32-24 0,0 0 0,0 0 0,0 0 0,1 0 0,0 1 0,0 0 0,1 0 0,0 0 0,0 0 0,1 1 0,0-1 0,1 1 0,-1-1 0,2 1 0,-1-1 0,2 17 0,0-16 0,0 1 0,0-1 0,0 0 0,1 0 0,1 0 0,-1 0 0,2 0 0,-1 0 0,1 0 0,0-1 0,1 0 0,0 0 0,0 0 0,1-1 0,8 9 0,-7-11 0,-1-1 0,1 0 0,0-1 0,0 0 0,0 0 0,1 0 0,-1-1 0,1 0 0,-1-1 0,1 1 0,0-1 0,-1-1 0,1 0 0,15-1 0,-6 0 0,0-1 0,1-1 0,-1 0 0,0-1 0,24-10 0,-39 13 8,1 0-1,-2 1 1,1-1-1,0 0 1,0-1-1,0 1 1,0 0-1,-1 0 1,1-1-1,0 1 1,-1-1-1,0 0 1,1 1-1,-1-1 1,2-4-1,-2 5-58,-1 0 0,0 0-1,0 0 1,0 0 0,0-1 0,0 1 0,0 0-1,0 0 1,0 0 0,0 0 0,-1-1 0,1 1-1,0 0 1,-1 0 0,1 0 0,-1 0-1,1 0 1,-1 0 0,1 0 0,-1 0 0,0 0-1,0 0 1,0 0 0,1 0 0,-1 0 0,0 1-1,0-1 1,-2-1 0,-12-8-6775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7 214 24575,'16'0'0,"-1"-1"0,0-1 0,1 0 0,-1-2 0,0 1 0,0-2 0,27-11 0,-35 13 0,0-1 0,0 1 0,-1-1 0,0-1 0,1 1 0,-1-1 0,-1 0 0,1 0 0,-1-1 0,0 0 0,0 0 0,0 0 0,-1 0 0,0-1 0,-1 1 0,1-1 0,4-13 0,-8 17 0,1 1 0,0 0 0,-1 0 0,0-1 0,1 1 0,-1 0 0,0 0 0,0-1 0,0 1 0,-1 0 0,1-1 0,0 1 0,-1 0 0,0 0 0,1 0 0,-1-1 0,0 1 0,0 0 0,0 0 0,0 0 0,-1 0 0,1 1 0,-1-1 0,1 0 0,-1 0 0,1 1 0,-1-1 0,0 1 0,0-1 0,0 1 0,0 0 0,0 0 0,0 0 0,0 0 0,0 0 0,0 0 0,0 1 0,-1-1 0,1 1 0,0-1 0,0 1 0,-5 0 0,-1-1 0,1 1 0,-1 0 0,1 0 0,-1 0 0,1 1 0,-1 0 0,1 0 0,0 1 0,-1 0 0,1 1 0,0-1 0,-8 5 0,7-1 0,1 0 0,-1 0 0,1 1 0,0-1 0,0 2 0,1-1 0,0 1 0,1 0 0,-1 0 0,1 1 0,1-1 0,0 1 0,0 0 0,1 0 0,0 1 0,0-1 0,1 1 0,0-1 0,1 1 0,0 0 0,1-1 0,0 1 0,0 0 0,3 16 0,-1-17 0,-1 0 0,1 0 0,1 0 0,-1-1 0,2 1 0,-1-1 0,1 1 0,0-1 0,1 0 0,0-1 0,0 1 0,1-1 0,0 0 0,0 0 0,1-1 0,-1 0 0,1 0 0,1 0 0,-1-1 0,1 0 0,0-1 0,0 1 0,0-2 0,1 1 0,-1-1 0,12 2 0,8-1-142,1-1 0,-1-1-1,50-4 1,-56 1-654,3 0-6030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6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4 24575,'2'18'0,"0"1"0,2-1 0,0 0 0,1 0 0,9 23 0,6 23 0,-6-5 0,-2 0 0,-3 1 0,-2 0 0,-3 118 0,-4-174 0,0 0 0,0 0 0,-1 0 0,0 0 0,0 0 0,0 0 0,0-1 0,-1 1 0,-2 5 0,3-8 0,0 0 0,1-1 0,-1 1 0,0 0 0,0-1 0,0 1 0,1-1 0,-1 1 0,0-1 0,0 1 0,0-1 0,0 0 0,0 1 0,0-1 0,0 0 0,0 0 0,0 0 0,0 0 0,0 0 0,0 0 0,0 0 0,0 0 0,0 0 0,0 0 0,0-1 0,0 1 0,0 0 0,0-1 0,0 1 0,1-1 0,-1 1 0,0-1 0,0 1 0,0-1 0,0 1 0,1-1 0,-1 0 0,0 0 0,1 1 0,-2-2 0,-11-9 0,1-1 0,1 0 0,-1 0 0,2-2 0,0 1 0,0-1 0,1 0 0,1-1 0,1 0 0,0 0 0,1-1 0,0 0 0,1 0 0,-5-33 0,3-10 0,2-1 0,6-112 0,1 118 0,-3 51 0,1 1 0,0-1 0,1 0 0,-1 0 0,0 0 0,1 1 0,-1-1 0,1 0 0,0 1 0,0-1 0,0 0 0,0 1 0,1-1 0,-1 1 0,0 0 0,1-1 0,0 1 0,0 0 0,-1 0 0,1 0 0,1 0 0,3-2 0,-2 2 0,0 0 0,1 1 0,-1 0 0,1 0 0,0 0 0,-1 0 0,1 1 0,0-1 0,0 1 0,-1 1 0,1-1 0,0 1 0,5 1 0,1-1 0,0 1 0,0 1 0,-1 0 0,1 0 0,-1 1 0,1 0 0,-1 1 0,0 0 0,-1 1 0,15 11 0,-19-13 0,-1 0 0,-1 0 0,1 0 0,-1 1 0,1 0 0,-1 0 0,0 0 0,-1 0 0,0 0 0,1 0 0,-2 0 0,1 1 0,0-1 0,-1 1 0,0 0 0,-1-1 0,1 1 0,-1 0 0,0-1 0,0 1 0,-1 0 0,-2 9 0,2-8 0,0-1 0,0 1 0,-1-1 0,0 1 0,-1-1 0,1 0 0,-1 0 0,0 0 0,-1 0 0,1-1 0,-1 1 0,0-1 0,-6 6 0,0-3 0,0 0 0,-1-1 0,0 0 0,0-1 0,0-1 0,-13 5 0,-14 6-1365,5-4-5461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7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24575,'47'105'0,"34"114"0,-16-38 0,-35-94 67,21 108-1,13 39-1564,-54-205-5328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7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24575,'4'0'0,"6"0"0,5 0 0,8 0 0,8 0 0,7 0 0,6 0 0,11 0 0,8 0 0,10 0 0,1 0 0,-4 0 0,-2 0 0,-8-4 0,-23-1 0,-21 0 0,-18 0 0,-8 3-8191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8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24575,'0'4'0,"4"5"0,2 6 0,-1 4 0,-1 2 0,3 3 0,0 1 0,-1 0 0,-1 0 0,-2-1 0,-2 1 0,0-1 0,-1-12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8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3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24575,'13'15'0,"-1"0"0,0 2 0,15 27 0,-7-10 0,18 29 0,-3 2 0,-4 2 0,-2 0 0,-3 2 0,24 99 0,-50-166 0,10 29 0,-5-22 0,-1-22 0,-3-14 0,0 6 0,1 0 0,0 0 0,1 1 0,2-1 0,9-30 0,-12 47 0,0 0 0,0 0 0,0 0 0,0 0 0,1 0 0,-1 0 0,1 1 0,0-1 0,0 1 0,0 0 0,1 0 0,-1 0 0,1 1 0,-1-1 0,1 1 0,0 0 0,0-1 0,0 2 0,1-1 0,-1 1 0,0-1 0,1 1 0,-1 0 0,0 1 0,1-1 0,-1 1 0,1 0 0,-1 0 0,1 0 0,-1 0 0,1 1 0,4 1 0,3 1 0,-1 0 0,1 1 0,-1 0 0,0 1 0,0 0 0,0 1 0,-1 0 0,0 0 0,0 1 0,16 16 0,-11-9 0,-1 1 0,0 1 0,-1 0 0,0 1 0,14 25 0,-27-40 0,1-1 0,0 1 0,-1-1 0,1 1 0,-1 0 0,1-1 0,-1 1 0,0 0 0,0 0 0,0-1 0,0 1 0,0 0 0,0 0 0,0-1 0,-1 1 0,1 0 0,-1-1 0,1 1 0,-1 0 0,1-1 0,-1 1 0,0-1 0,0 1 0,0-1 0,0 1 0,0-1 0,0 0 0,0 1 0,-1-1 0,1 0 0,0 0 0,-1 0 0,1 0 0,-1 0 0,-2 1 0,-7 5 0,-1-1 0,0 0 0,-22 7 0,20-8 0,-50 24-36,48-21-154,0 0 0,-1-1 1,0 0-1,-1-1 0,0-2 0,-30 6 0,29-9-6636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40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 24575,'-2'0'0,"0"0"0,0 0 0,0 1 0,0-1 0,1 1 0,-1-1 0,0 1 0,0 0 0,1-1 0,-1 1 0,0 0 0,1 0 0,-1 0 0,1 1 0,-1-1 0,1 0 0,0 0 0,-1 1 0,1-1 0,0 1 0,0-1 0,0 1 0,0 0 0,0-1 0,1 1 0,-1 0 0,0 0 0,1-1 0,-1 1 0,0 3 0,-1 7 0,0 1 0,1-1 0,0 21 0,1-14 0,1 37 34,3 1-1,2 0 0,20 84 1,-11-69-784,7 96 1,-21-150-6077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41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9 172 24575,'0'-1'0,"1"0"0,-1 0 0,1 0 0,-1 0 0,1 0 0,-1 0 0,1 0 0,0 0 0,0 0 0,-1 0 0,1 1 0,0-1 0,0 0 0,0 0 0,0 1 0,0-1 0,0 1 0,0-1 0,0 1 0,0-1 0,0 1 0,0-1 0,0 1 0,0 0 0,0 0 0,0 0 0,2-1 0,37-3 0,-36 4 0,10-1 0,-2 1 0,1-1 0,0 0 0,-1-1 0,1 0 0,17-6 0,-28 7 0,1 0 0,-1 0 0,1-1 0,-1 1 0,0 0 0,0-1 0,1 1 0,-1-1 0,0 0 0,0 0 0,-1 0 0,1 0 0,0 0 0,-1 0 0,1 0 0,-1-1 0,0 1 0,1 0 0,-1-1 0,0 1 0,-1-1 0,1 1 0,0-1 0,-1 0 0,1 1 0,-1-1 0,0 0 0,0 1 0,0-1 0,0 0 0,-1 1 0,0-5 0,0 4 0,0 0 0,0 0 0,-1 0 0,1 0 0,-1 0 0,0 0 0,1 1 0,-1-1 0,0 1 0,-1-1 0,1 1 0,0 0 0,-1-1 0,1 1 0,-1 1 0,0-1 0,0 0 0,0 1 0,0-1 0,0 1 0,0 0 0,0 0 0,0 0 0,0 0 0,0 1 0,-4-1 0,-8-1 0,0 0 0,0 1 0,1 0 0,-22 3 0,33-2 0,0 1 0,0-1 0,0 1 0,0 0 0,1 0 0,-1 0 0,0 1 0,1-1 0,-1 1 0,1-1 0,-1 1 0,1 0 0,0 0 0,0 0 0,0 0 0,0 1 0,0-1 0,0 0 0,0 1 0,1-1 0,0 1 0,-1 0 0,1-1 0,0 1 0,0 0 0,0 0 0,1 0 0,-1 0 0,1-1 0,-1 6 0,-1 12 0,1 1 0,0-1 0,5 31 0,-3-21 0,0 0 0,-2-10 0,2 0 0,0-1 0,1 1 0,8 28 0,-9-44 0,0 0 0,0 0 0,0 0 0,1-1 0,0 1 0,0 0 0,0-1 0,0 1 0,1-1 0,-1 0 0,1 0 0,0 0 0,0 0 0,0 0 0,0-1 0,0 1 0,1-1 0,-1 0 0,1 0 0,-1 0 0,1 0 0,0-1 0,0 1 0,0-1 0,0 0 0,0 0 0,5 0 0,23 2 0,124 18 0,-58-5-1365,-73-13-5461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19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24575,'0'765'-1365,"0"-728"-5461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20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24575,'0'284'0,"0"-281"0,0 0 0,0 0 0,0-1 0,0 1 0,0 0 0,0 0 0,1 0 0,-1 0 0,1-1 0,0 1 0,0 0 0,0-1 0,0 1 0,1-1 0,-1 1 0,1-1 0,-1 1 0,1-1 0,0 0 0,0 0 0,0 0 0,0 0 0,0 0 0,0 0 0,1-1 0,-1 1 0,0-1 0,1 1 0,0-1 0,-1 0 0,1 0 0,0 0 0,-1-1 0,1 1 0,0 0 0,0-1 0,0 0 0,4 0 0,58 6-177,129-6 0,-143-2-834,-9 1-5815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2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24575,'0'173'0,"31"236"0,14-174-345,-35-188-675,-4-16-5806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22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264 118 24575,'0'-6'0,"0"1"0,-1 0 0,1 0 0,-1 0 0,0 0 0,-1 0 0,1 0 0,-1 0 0,0 0 0,0 0 0,-1 1 0,1-1 0,-1 1 0,0 0 0,0 0 0,0 0 0,-1 0 0,0 0 0,1 1 0,-1-1 0,-1 1 0,-4-3 0,6 4 0,-1 0 0,0 1 0,0-1 0,0 1 0,0 0 0,0 0 0,0 0 0,-1 1 0,1-1 0,0 1 0,0 0 0,-1 0 0,1 0 0,0 1 0,0 0 0,0 0 0,0 0 0,-1 0 0,1 0 0,1 1 0,-1 0 0,0 0 0,0 0 0,1 0 0,-1 0 0,1 1 0,-5 4 0,-1 1 0,0 1 0,1 0 0,0 0 0,0 1 0,1 0 0,1 0 0,-1 1 0,2 0 0,-1 0 0,-5 19 0,10-26 0,-1 1 0,1-1 0,0 0 0,1 1 0,-1 0 0,1-1 0,0 1 0,0-1 0,0 1 0,1 0 0,0-1 0,0 1 0,0-1 0,0 0 0,1 1 0,-1-1 0,1 0 0,0 0 0,1 0 0,-1 0 0,1 0 0,-1 0 0,1-1 0,0 1 0,1-1 0,-1 0 0,0 0 0,1 0 0,0 0 0,7 3 0,-1-1 0,0 0 0,0 0 0,1-2 0,0 1 0,-1-1 0,1-1 0,0 0 0,1 0 0,-1-1 0,0-1 0,0 0 0,15-2 0,-21 2 0,0-1 0,-1 1 0,1-1 0,-1 0 0,1-1 0,-1 1 0,1-1 0,-1 0 0,0 0 0,0 0 0,0 0 0,0-1 0,0 0 0,-1 0 0,1 0 0,-1 0 0,0 0 0,0-1 0,0 0 0,0 1 0,0-1 0,-1 0 0,0 0 0,0 0 0,0-1 0,0 1 0,-1 0 0,1-1 0,-1 1 0,0-1 0,0-6 0,1-15 0,-2 23 0,-1 5 0,-2 48 0,0 42-115,2 129 359,2-186-542,3 0-1,0-1 0,3 0 0,12 41 0,-6-38-6527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24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2 24575,'-18'-1'0,"10"1"0,1 0 0,-1 0 0,0 0 0,1 1 0,-1 0 0,-11 4 0,16-4 0,1 0 0,0 0 0,0 1 0,-1-1 0,1 1 0,0-1 0,0 1 0,0 0 0,1 0 0,-1 0 0,0 0 0,1 0 0,-1 0 0,1 0 0,0 1 0,-1-1 0,1 1 0,0-1 0,1 0 0,-1 1 0,0 0 0,1-1 0,-1 5 0,-3 33 0,1 1 0,5 77 0,1-43 0,-3-73 0,0 11 0,0 0 0,1 1 0,0-1 0,1 0 0,6 20 0,-7-30 0,1 0 0,-1 1 0,1-1 0,0 0 0,0 0 0,0 0 0,0-1 0,0 1 0,1 0 0,-1-1 0,1 1 0,0-1 0,0 0 0,0 0 0,0 0 0,0 0 0,0-1 0,0 1 0,0-1 0,1 0 0,-1 0 0,1 0 0,-1 0 0,1-1 0,4 1 0,3 0 0,0 0 0,0-1 0,1 0 0,-1 0 0,0-1 0,0-1 0,0 0 0,0-1 0,0 0 0,15-6 0,-21 6 0,-1 1 0,1 0 0,-1-1 0,0 0 0,1 0 0,-1-1 0,-1 1 0,1-1 0,0 1 0,-1-1 0,0 0 0,0-1 0,0 1 0,0 0 0,-1-1 0,0 0 0,0 1 0,0-1 0,0 0 0,-1 0 0,0 0 0,0 0 0,0 0 0,0-8 0,-2-14 0,0 0 0,-10-52 0,5 46 0,7 24 0,8 23 0,8 26 0,85 309 0,-45-140 0,-18-95-1365,-35-94-5461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9:18:44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24575,'0'4'0,"5"1"0,0 5 0,5 3 0,-1 5 0,4-1 0,-2 0 0,2 6 0,3 3 0,-2 1 0,-2 0 0,0-4 0,2-7 0,-1-5-8191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345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Title slide summary derived from report sections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337a3c4b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74713" y="0"/>
            <a:ext cx="3998913" cy="2249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g3d3337a3c4b_2_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81" name="Google Shape;81;g3d3337a3c4b_2_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Content taken from report problem statement and model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3337a3c4b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g3d3337a3c4b_2_4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report H1N1.pdf (problem statement, model, methodology, results, conclusions).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Plot assets sir_total.png and infected_stages.png extracted from the same uploaded project report.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Based on report sections Background Material and Model Setup.</a:t>
            </a:r>
            <a:endParaRPr/>
          </a:p>
        </p:txBody>
      </p:sp>
      <p:sp>
        <p:nvSpPr>
          <p:cNvPr id="111" name="Google Shape;111;g3d3337a3c4b_2_4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CA" dirty="0"/>
                  <a:t>The phrase “susceptible people become infected at a rate proportional to the product of the number of susceptible people and the total number of infected people” gives the main infection term in the model, 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num>
                      <m:den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den>
                    </m:f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CA" dirty="0"/>
                  <a:t>The phrase “susceptible people become infected at a rate proportional to the product of the number of susceptible people and the total number of infected people” gives the main infection term in the model, which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𝛽/𝑁 𝑆(𝑡)𝐼(𝑡)</a:t>
                </a:r>
                <a:r>
                  <a:rPr lang="ar-AE" dirty="0"/>
                  <a:t>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Derived from the mathematical formulation and parameter-substitution section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50af93ee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2250000" cy="225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d50af93ee4_0_5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report H1N1.pdf (problem statement, model, methodology, results, conclusions).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Plot assets sir_total.png and infected_stages.png extracted from the same uploaded project report.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Based on report sections Background Material and Model Setup.</a:t>
            </a:r>
            <a:endParaRPr/>
          </a:p>
        </p:txBody>
      </p:sp>
      <p:sp>
        <p:nvSpPr>
          <p:cNvPr id="169" name="Google Shape;169;g3d50af93ee4_0_5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Runge-Kutta background slide added to explain the numerical method referenced in the report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Python workflow and excerpt taken from methodology and appendix of the final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Numerical values taken from the results section and appendix summary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4B69-640C-3BE4-C34F-2E3FAC1D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C80BB-D354-48D5-4DDE-E51796ABE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5E199-468D-90A6-3053-0ED75F3CD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Python workflow and excerpt taken from methodology and appendix of the final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89323-8F9C-7754-1942-F58578442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07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Uses sir_total.png from the uploaded project report; interpretation follows the report figure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9A2F-79FB-E571-1A97-A3099CBE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969B9-B9EB-F08F-F5F8-7A28CEB46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1EF64-4E72-609A-5656-B6A6D78B1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Python workflow and excerpt taken from methodology and appendix of the final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16A8F-055A-B3F7-AF97-9C4B0AE8F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67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Uses infected_stages.png from the uploaded report; interpretation follows the report figure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 H1N1.pdf (problem statement, model, methodology, results, conclusions).
- Plot assets sir_total.png and infected_stages.png extracted from the same uploaded project report.
- Conclusions synthesized from the conclusion section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D6DBE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1.xml"/><Relationship Id="rId299" Type="http://schemas.openxmlformats.org/officeDocument/2006/relationships/image" Target="../media/image21.png"/><Relationship Id="rId21" Type="http://schemas.openxmlformats.org/officeDocument/2006/relationships/customXml" Target="../ink/ink15.xml"/><Relationship Id="rId63" Type="http://schemas.openxmlformats.org/officeDocument/2006/relationships/customXml" Target="../ink/ink57.xml"/><Relationship Id="rId159" Type="http://schemas.openxmlformats.org/officeDocument/2006/relationships/customXml" Target="../ink/ink153.xml"/><Relationship Id="rId324" Type="http://schemas.openxmlformats.org/officeDocument/2006/relationships/customXml" Target="../ink/ink290.xml"/><Relationship Id="rId366" Type="http://schemas.openxmlformats.org/officeDocument/2006/relationships/customXml" Target="../ink/ink311.xml"/><Relationship Id="rId170" Type="http://schemas.openxmlformats.org/officeDocument/2006/relationships/customXml" Target="../ink/ink164.xml"/><Relationship Id="rId226" Type="http://schemas.openxmlformats.org/officeDocument/2006/relationships/customXml" Target="../ink/ink220.xml"/><Relationship Id="rId268" Type="http://schemas.openxmlformats.org/officeDocument/2006/relationships/customXml" Target="../ink/ink262.xml"/><Relationship Id="rId32" Type="http://schemas.openxmlformats.org/officeDocument/2006/relationships/customXml" Target="../ink/ink26.xml"/><Relationship Id="rId74" Type="http://schemas.openxmlformats.org/officeDocument/2006/relationships/customXml" Target="../ink/ink68.xml"/><Relationship Id="rId128" Type="http://schemas.openxmlformats.org/officeDocument/2006/relationships/customXml" Target="../ink/ink122.xml"/><Relationship Id="rId335" Type="http://schemas.openxmlformats.org/officeDocument/2006/relationships/image" Target="../media/image39.png"/><Relationship Id="rId5" Type="http://schemas.openxmlformats.org/officeDocument/2006/relationships/image" Target="../media/image2.png"/><Relationship Id="rId181" Type="http://schemas.openxmlformats.org/officeDocument/2006/relationships/customXml" Target="../ink/ink175.xml"/><Relationship Id="rId237" Type="http://schemas.openxmlformats.org/officeDocument/2006/relationships/customXml" Target="../ink/ink231.xml"/><Relationship Id="rId279" Type="http://schemas.openxmlformats.org/officeDocument/2006/relationships/image" Target="../media/image11.png"/><Relationship Id="rId43" Type="http://schemas.openxmlformats.org/officeDocument/2006/relationships/customXml" Target="../ink/ink37.xml"/><Relationship Id="rId139" Type="http://schemas.openxmlformats.org/officeDocument/2006/relationships/customXml" Target="../ink/ink133.xml"/><Relationship Id="rId290" Type="http://schemas.openxmlformats.org/officeDocument/2006/relationships/customXml" Target="../ink/ink273.xml"/><Relationship Id="rId304" Type="http://schemas.openxmlformats.org/officeDocument/2006/relationships/customXml" Target="../ink/ink280.xml"/><Relationship Id="rId346" Type="http://schemas.openxmlformats.org/officeDocument/2006/relationships/customXml" Target="../ink/ink301.xml"/><Relationship Id="rId85" Type="http://schemas.openxmlformats.org/officeDocument/2006/relationships/customXml" Target="../ink/ink79.xml"/><Relationship Id="rId150" Type="http://schemas.openxmlformats.org/officeDocument/2006/relationships/customXml" Target="../ink/ink144.xml"/><Relationship Id="rId192" Type="http://schemas.openxmlformats.org/officeDocument/2006/relationships/customXml" Target="../ink/ink186.xml"/><Relationship Id="rId206" Type="http://schemas.openxmlformats.org/officeDocument/2006/relationships/customXml" Target="../ink/ink200.xml"/><Relationship Id="rId248" Type="http://schemas.openxmlformats.org/officeDocument/2006/relationships/customXml" Target="../ink/ink242.xml"/><Relationship Id="rId12" Type="http://schemas.openxmlformats.org/officeDocument/2006/relationships/customXml" Target="../ink/ink6.xml"/><Relationship Id="rId108" Type="http://schemas.openxmlformats.org/officeDocument/2006/relationships/customXml" Target="../ink/ink102.xml"/><Relationship Id="rId315" Type="http://schemas.openxmlformats.org/officeDocument/2006/relationships/image" Target="../media/image29.png"/><Relationship Id="rId357" Type="http://schemas.openxmlformats.org/officeDocument/2006/relationships/image" Target="../media/image50.png"/><Relationship Id="rId54" Type="http://schemas.openxmlformats.org/officeDocument/2006/relationships/customXml" Target="../ink/ink48.xml"/><Relationship Id="rId96" Type="http://schemas.openxmlformats.org/officeDocument/2006/relationships/customXml" Target="../ink/ink90.xml"/><Relationship Id="rId161" Type="http://schemas.openxmlformats.org/officeDocument/2006/relationships/customXml" Target="../ink/ink155.xml"/><Relationship Id="rId217" Type="http://schemas.openxmlformats.org/officeDocument/2006/relationships/customXml" Target="../ink/ink211.xml"/><Relationship Id="rId259" Type="http://schemas.openxmlformats.org/officeDocument/2006/relationships/customXml" Target="../ink/ink253.xml"/><Relationship Id="rId23" Type="http://schemas.openxmlformats.org/officeDocument/2006/relationships/customXml" Target="../ink/ink17.xml"/><Relationship Id="rId119" Type="http://schemas.openxmlformats.org/officeDocument/2006/relationships/customXml" Target="../ink/ink113.xml"/><Relationship Id="rId270" Type="http://schemas.openxmlformats.org/officeDocument/2006/relationships/customXml" Target="../ink/ink263.xml"/><Relationship Id="rId326" Type="http://schemas.openxmlformats.org/officeDocument/2006/relationships/customXml" Target="../ink/ink291.xml"/><Relationship Id="rId65" Type="http://schemas.openxmlformats.org/officeDocument/2006/relationships/customXml" Target="../ink/ink59.xml"/><Relationship Id="rId130" Type="http://schemas.openxmlformats.org/officeDocument/2006/relationships/customXml" Target="../ink/ink124.xml"/><Relationship Id="rId368" Type="http://schemas.openxmlformats.org/officeDocument/2006/relationships/customXml" Target="../ink/ink312.xml"/><Relationship Id="rId172" Type="http://schemas.openxmlformats.org/officeDocument/2006/relationships/customXml" Target="../ink/ink166.xml"/><Relationship Id="rId228" Type="http://schemas.openxmlformats.org/officeDocument/2006/relationships/customXml" Target="../ink/ink222.xml"/><Relationship Id="rId281" Type="http://schemas.openxmlformats.org/officeDocument/2006/relationships/image" Target="../media/image12.png"/><Relationship Id="rId337" Type="http://schemas.openxmlformats.org/officeDocument/2006/relationships/image" Target="../media/image40.png"/><Relationship Id="rId34" Type="http://schemas.openxmlformats.org/officeDocument/2006/relationships/customXml" Target="../ink/ink28.xml"/><Relationship Id="rId76" Type="http://schemas.openxmlformats.org/officeDocument/2006/relationships/customXml" Target="../ink/ink70.xml"/><Relationship Id="rId141" Type="http://schemas.openxmlformats.org/officeDocument/2006/relationships/customXml" Target="../ink/ink135.xml"/><Relationship Id="rId7" Type="http://schemas.openxmlformats.org/officeDocument/2006/relationships/image" Target="../media/image3.png"/><Relationship Id="rId183" Type="http://schemas.openxmlformats.org/officeDocument/2006/relationships/customXml" Target="../ink/ink177.xml"/><Relationship Id="rId239" Type="http://schemas.openxmlformats.org/officeDocument/2006/relationships/customXml" Target="../ink/ink233.xml"/><Relationship Id="rId250" Type="http://schemas.openxmlformats.org/officeDocument/2006/relationships/customXml" Target="../ink/ink244.xml"/><Relationship Id="rId292" Type="http://schemas.openxmlformats.org/officeDocument/2006/relationships/customXml" Target="../ink/ink274.xml"/><Relationship Id="rId306" Type="http://schemas.openxmlformats.org/officeDocument/2006/relationships/customXml" Target="../ink/ink281.xml"/><Relationship Id="rId45" Type="http://schemas.openxmlformats.org/officeDocument/2006/relationships/customXml" Target="../ink/ink39.xml"/><Relationship Id="rId87" Type="http://schemas.openxmlformats.org/officeDocument/2006/relationships/customXml" Target="../ink/ink81.xml"/><Relationship Id="rId110" Type="http://schemas.openxmlformats.org/officeDocument/2006/relationships/customXml" Target="../ink/ink104.xml"/><Relationship Id="rId348" Type="http://schemas.openxmlformats.org/officeDocument/2006/relationships/customXml" Target="../ink/ink302.xml"/><Relationship Id="rId152" Type="http://schemas.openxmlformats.org/officeDocument/2006/relationships/customXml" Target="../ink/ink146.xml"/><Relationship Id="rId194" Type="http://schemas.openxmlformats.org/officeDocument/2006/relationships/customXml" Target="../ink/ink188.xml"/><Relationship Id="rId208" Type="http://schemas.openxmlformats.org/officeDocument/2006/relationships/customXml" Target="../ink/ink202.xml"/><Relationship Id="rId261" Type="http://schemas.openxmlformats.org/officeDocument/2006/relationships/customXml" Target="../ink/ink255.xml"/><Relationship Id="rId14" Type="http://schemas.openxmlformats.org/officeDocument/2006/relationships/customXml" Target="../ink/ink8.xml"/><Relationship Id="rId56" Type="http://schemas.openxmlformats.org/officeDocument/2006/relationships/customXml" Target="../ink/ink50.xml"/><Relationship Id="rId317" Type="http://schemas.openxmlformats.org/officeDocument/2006/relationships/image" Target="../media/image30.png"/><Relationship Id="rId359" Type="http://schemas.openxmlformats.org/officeDocument/2006/relationships/image" Target="../media/image51.png"/><Relationship Id="rId98" Type="http://schemas.openxmlformats.org/officeDocument/2006/relationships/customXml" Target="../ink/ink92.xml"/><Relationship Id="rId121" Type="http://schemas.openxmlformats.org/officeDocument/2006/relationships/customXml" Target="../ink/ink115.xml"/><Relationship Id="rId163" Type="http://schemas.openxmlformats.org/officeDocument/2006/relationships/customXml" Target="../ink/ink157.xml"/><Relationship Id="rId219" Type="http://schemas.openxmlformats.org/officeDocument/2006/relationships/customXml" Target="../ink/ink213.xml"/><Relationship Id="rId370" Type="http://schemas.openxmlformats.org/officeDocument/2006/relationships/customXml" Target="../ink/ink313.xml"/><Relationship Id="rId230" Type="http://schemas.openxmlformats.org/officeDocument/2006/relationships/customXml" Target="../ink/ink224.xml"/><Relationship Id="rId25" Type="http://schemas.openxmlformats.org/officeDocument/2006/relationships/customXml" Target="../ink/ink19.xml"/><Relationship Id="rId67" Type="http://schemas.openxmlformats.org/officeDocument/2006/relationships/customXml" Target="../ink/ink61.xml"/><Relationship Id="rId272" Type="http://schemas.openxmlformats.org/officeDocument/2006/relationships/customXml" Target="../ink/ink264.xml"/><Relationship Id="rId328" Type="http://schemas.openxmlformats.org/officeDocument/2006/relationships/customXml" Target="../ink/ink292.xml"/><Relationship Id="rId132" Type="http://schemas.openxmlformats.org/officeDocument/2006/relationships/customXml" Target="../ink/ink126.xml"/><Relationship Id="rId174" Type="http://schemas.openxmlformats.org/officeDocument/2006/relationships/customXml" Target="../ink/ink168.xml"/><Relationship Id="rId241" Type="http://schemas.openxmlformats.org/officeDocument/2006/relationships/customXml" Target="../ink/ink235.xml"/><Relationship Id="rId15" Type="http://schemas.openxmlformats.org/officeDocument/2006/relationships/customXml" Target="../ink/ink9.xml"/><Relationship Id="rId36" Type="http://schemas.openxmlformats.org/officeDocument/2006/relationships/customXml" Target="../ink/ink30.xml"/><Relationship Id="rId57" Type="http://schemas.openxmlformats.org/officeDocument/2006/relationships/customXml" Target="../ink/ink51.xml"/><Relationship Id="rId262" Type="http://schemas.openxmlformats.org/officeDocument/2006/relationships/customXml" Target="../ink/ink256.xml"/><Relationship Id="rId283" Type="http://schemas.openxmlformats.org/officeDocument/2006/relationships/image" Target="../media/image13.png"/><Relationship Id="rId318" Type="http://schemas.openxmlformats.org/officeDocument/2006/relationships/customXml" Target="../ink/ink287.xml"/><Relationship Id="rId339" Type="http://schemas.openxmlformats.org/officeDocument/2006/relationships/image" Target="../media/image41.png"/><Relationship Id="rId78" Type="http://schemas.openxmlformats.org/officeDocument/2006/relationships/customXml" Target="../ink/ink72.xml"/><Relationship Id="rId99" Type="http://schemas.openxmlformats.org/officeDocument/2006/relationships/customXml" Target="../ink/ink93.xml"/><Relationship Id="rId101" Type="http://schemas.openxmlformats.org/officeDocument/2006/relationships/customXml" Target="../ink/ink95.xml"/><Relationship Id="rId122" Type="http://schemas.openxmlformats.org/officeDocument/2006/relationships/customXml" Target="../ink/ink116.xml"/><Relationship Id="rId143" Type="http://schemas.openxmlformats.org/officeDocument/2006/relationships/customXml" Target="../ink/ink137.xml"/><Relationship Id="rId164" Type="http://schemas.openxmlformats.org/officeDocument/2006/relationships/customXml" Target="../ink/ink158.xml"/><Relationship Id="rId185" Type="http://schemas.openxmlformats.org/officeDocument/2006/relationships/customXml" Target="../ink/ink179.xml"/><Relationship Id="rId350" Type="http://schemas.openxmlformats.org/officeDocument/2006/relationships/customXml" Target="../ink/ink303.xml"/><Relationship Id="rId371" Type="http://schemas.openxmlformats.org/officeDocument/2006/relationships/image" Target="../media/image57.png"/><Relationship Id="rId9" Type="http://schemas.openxmlformats.org/officeDocument/2006/relationships/image" Target="../media/image4.png"/><Relationship Id="rId210" Type="http://schemas.openxmlformats.org/officeDocument/2006/relationships/customXml" Target="../ink/ink204.xml"/><Relationship Id="rId26" Type="http://schemas.openxmlformats.org/officeDocument/2006/relationships/customXml" Target="../ink/ink20.xml"/><Relationship Id="rId231" Type="http://schemas.openxmlformats.org/officeDocument/2006/relationships/customXml" Target="../ink/ink225.xml"/><Relationship Id="rId252" Type="http://schemas.openxmlformats.org/officeDocument/2006/relationships/customXml" Target="../ink/ink246.xml"/><Relationship Id="rId273" Type="http://schemas.openxmlformats.org/officeDocument/2006/relationships/image" Target="../media/image8.png"/><Relationship Id="rId294" Type="http://schemas.openxmlformats.org/officeDocument/2006/relationships/customXml" Target="../ink/ink275.xml"/><Relationship Id="rId308" Type="http://schemas.openxmlformats.org/officeDocument/2006/relationships/customXml" Target="../ink/ink282.xml"/><Relationship Id="rId329" Type="http://schemas.openxmlformats.org/officeDocument/2006/relationships/image" Target="../media/image36.png"/><Relationship Id="rId47" Type="http://schemas.openxmlformats.org/officeDocument/2006/relationships/customXml" Target="../ink/ink41.xml"/><Relationship Id="rId68" Type="http://schemas.openxmlformats.org/officeDocument/2006/relationships/customXml" Target="../ink/ink62.xml"/><Relationship Id="rId89" Type="http://schemas.openxmlformats.org/officeDocument/2006/relationships/customXml" Target="../ink/ink83.xml"/><Relationship Id="rId112" Type="http://schemas.openxmlformats.org/officeDocument/2006/relationships/customXml" Target="../ink/ink106.xml"/><Relationship Id="rId133" Type="http://schemas.openxmlformats.org/officeDocument/2006/relationships/customXml" Target="../ink/ink127.xml"/><Relationship Id="rId154" Type="http://schemas.openxmlformats.org/officeDocument/2006/relationships/customXml" Target="../ink/ink148.xml"/><Relationship Id="rId175" Type="http://schemas.openxmlformats.org/officeDocument/2006/relationships/customXml" Target="../ink/ink169.xml"/><Relationship Id="rId340" Type="http://schemas.openxmlformats.org/officeDocument/2006/relationships/customXml" Target="../ink/ink298.xml"/><Relationship Id="rId361" Type="http://schemas.openxmlformats.org/officeDocument/2006/relationships/image" Target="../media/image52.png"/><Relationship Id="rId196" Type="http://schemas.openxmlformats.org/officeDocument/2006/relationships/customXml" Target="../ink/ink190.xml"/><Relationship Id="rId200" Type="http://schemas.openxmlformats.org/officeDocument/2006/relationships/customXml" Target="../ink/ink194.xml"/><Relationship Id="rId16" Type="http://schemas.openxmlformats.org/officeDocument/2006/relationships/customXml" Target="../ink/ink10.xml"/><Relationship Id="rId221" Type="http://schemas.openxmlformats.org/officeDocument/2006/relationships/customXml" Target="../ink/ink215.xml"/><Relationship Id="rId242" Type="http://schemas.openxmlformats.org/officeDocument/2006/relationships/customXml" Target="../ink/ink236.xml"/><Relationship Id="rId263" Type="http://schemas.openxmlformats.org/officeDocument/2006/relationships/customXml" Target="../ink/ink257.xml"/><Relationship Id="rId284" Type="http://schemas.openxmlformats.org/officeDocument/2006/relationships/customXml" Target="../ink/ink270.xml"/><Relationship Id="rId319" Type="http://schemas.openxmlformats.org/officeDocument/2006/relationships/image" Target="../media/image31.png"/><Relationship Id="rId37" Type="http://schemas.openxmlformats.org/officeDocument/2006/relationships/customXml" Target="../ink/ink31.xml"/><Relationship Id="rId58" Type="http://schemas.openxmlformats.org/officeDocument/2006/relationships/customXml" Target="../ink/ink52.xml"/><Relationship Id="rId79" Type="http://schemas.openxmlformats.org/officeDocument/2006/relationships/customXml" Target="../ink/ink73.xml"/><Relationship Id="rId102" Type="http://schemas.openxmlformats.org/officeDocument/2006/relationships/customXml" Target="../ink/ink96.xml"/><Relationship Id="rId123" Type="http://schemas.openxmlformats.org/officeDocument/2006/relationships/customXml" Target="../ink/ink117.xml"/><Relationship Id="rId144" Type="http://schemas.openxmlformats.org/officeDocument/2006/relationships/customXml" Target="../ink/ink138.xml"/><Relationship Id="rId330" Type="http://schemas.openxmlformats.org/officeDocument/2006/relationships/customXml" Target="../ink/ink293.xml"/><Relationship Id="rId90" Type="http://schemas.openxmlformats.org/officeDocument/2006/relationships/customXml" Target="../ink/ink84.xml"/><Relationship Id="rId165" Type="http://schemas.openxmlformats.org/officeDocument/2006/relationships/customXml" Target="../ink/ink159.xml"/><Relationship Id="rId186" Type="http://schemas.openxmlformats.org/officeDocument/2006/relationships/customXml" Target="../ink/ink180.xml"/><Relationship Id="rId351" Type="http://schemas.openxmlformats.org/officeDocument/2006/relationships/image" Target="../media/image47.png"/><Relationship Id="rId211" Type="http://schemas.openxmlformats.org/officeDocument/2006/relationships/customXml" Target="../ink/ink205.xml"/><Relationship Id="rId232" Type="http://schemas.openxmlformats.org/officeDocument/2006/relationships/customXml" Target="../ink/ink226.xml"/><Relationship Id="rId253" Type="http://schemas.openxmlformats.org/officeDocument/2006/relationships/customXml" Target="../ink/ink247.xml"/><Relationship Id="rId274" Type="http://schemas.openxmlformats.org/officeDocument/2006/relationships/customXml" Target="../ink/ink265.xml"/><Relationship Id="rId295" Type="http://schemas.openxmlformats.org/officeDocument/2006/relationships/image" Target="../media/image19.png"/><Relationship Id="rId309" Type="http://schemas.openxmlformats.org/officeDocument/2006/relationships/image" Target="../media/image26.png"/><Relationship Id="rId27" Type="http://schemas.openxmlformats.org/officeDocument/2006/relationships/customXml" Target="../ink/ink21.xml"/><Relationship Id="rId48" Type="http://schemas.openxmlformats.org/officeDocument/2006/relationships/customXml" Target="../ink/ink42.xml"/><Relationship Id="rId69" Type="http://schemas.openxmlformats.org/officeDocument/2006/relationships/customXml" Target="../ink/ink63.xml"/><Relationship Id="rId113" Type="http://schemas.openxmlformats.org/officeDocument/2006/relationships/customXml" Target="../ink/ink107.xml"/><Relationship Id="rId134" Type="http://schemas.openxmlformats.org/officeDocument/2006/relationships/customXml" Target="../ink/ink128.xml"/><Relationship Id="rId320" Type="http://schemas.openxmlformats.org/officeDocument/2006/relationships/customXml" Target="../ink/ink288.xml"/><Relationship Id="rId80" Type="http://schemas.openxmlformats.org/officeDocument/2006/relationships/customXml" Target="../ink/ink74.xml"/><Relationship Id="rId155" Type="http://schemas.openxmlformats.org/officeDocument/2006/relationships/customXml" Target="../ink/ink149.xml"/><Relationship Id="rId176" Type="http://schemas.openxmlformats.org/officeDocument/2006/relationships/customXml" Target="../ink/ink170.xml"/><Relationship Id="rId197" Type="http://schemas.openxmlformats.org/officeDocument/2006/relationships/customXml" Target="../ink/ink191.xml"/><Relationship Id="rId341" Type="http://schemas.openxmlformats.org/officeDocument/2006/relationships/image" Target="../media/image42.png"/><Relationship Id="rId362" Type="http://schemas.openxmlformats.org/officeDocument/2006/relationships/customXml" Target="../ink/ink309.xml"/><Relationship Id="rId201" Type="http://schemas.openxmlformats.org/officeDocument/2006/relationships/customXml" Target="../ink/ink195.xml"/><Relationship Id="rId222" Type="http://schemas.openxmlformats.org/officeDocument/2006/relationships/customXml" Target="../ink/ink216.xml"/><Relationship Id="rId243" Type="http://schemas.openxmlformats.org/officeDocument/2006/relationships/customXml" Target="../ink/ink237.xml"/><Relationship Id="rId264" Type="http://schemas.openxmlformats.org/officeDocument/2006/relationships/customXml" Target="../ink/ink258.xml"/><Relationship Id="rId285" Type="http://schemas.openxmlformats.org/officeDocument/2006/relationships/image" Target="../media/image14.png"/><Relationship Id="rId17" Type="http://schemas.openxmlformats.org/officeDocument/2006/relationships/customXml" Target="../ink/ink11.xml"/><Relationship Id="rId38" Type="http://schemas.openxmlformats.org/officeDocument/2006/relationships/customXml" Target="../ink/ink32.xml"/><Relationship Id="rId59" Type="http://schemas.openxmlformats.org/officeDocument/2006/relationships/customXml" Target="../ink/ink53.xml"/><Relationship Id="rId103" Type="http://schemas.openxmlformats.org/officeDocument/2006/relationships/customXml" Target="../ink/ink97.xml"/><Relationship Id="rId124" Type="http://schemas.openxmlformats.org/officeDocument/2006/relationships/customXml" Target="../ink/ink118.xml"/><Relationship Id="rId310" Type="http://schemas.openxmlformats.org/officeDocument/2006/relationships/customXml" Target="../ink/ink283.xml"/><Relationship Id="rId70" Type="http://schemas.openxmlformats.org/officeDocument/2006/relationships/customXml" Target="../ink/ink64.xml"/><Relationship Id="rId91" Type="http://schemas.openxmlformats.org/officeDocument/2006/relationships/customXml" Target="../ink/ink85.xml"/><Relationship Id="rId145" Type="http://schemas.openxmlformats.org/officeDocument/2006/relationships/customXml" Target="../ink/ink139.xml"/><Relationship Id="rId166" Type="http://schemas.openxmlformats.org/officeDocument/2006/relationships/customXml" Target="../ink/ink160.xml"/><Relationship Id="rId187" Type="http://schemas.openxmlformats.org/officeDocument/2006/relationships/customXml" Target="../ink/ink181.xml"/><Relationship Id="rId331" Type="http://schemas.openxmlformats.org/officeDocument/2006/relationships/image" Target="../media/image37.png"/><Relationship Id="rId352" Type="http://schemas.openxmlformats.org/officeDocument/2006/relationships/customXml" Target="../ink/ink304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6.xml"/><Relationship Id="rId233" Type="http://schemas.openxmlformats.org/officeDocument/2006/relationships/customXml" Target="../ink/ink227.xml"/><Relationship Id="rId254" Type="http://schemas.openxmlformats.org/officeDocument/2006/relationships/customXml" Target="../ink/ink248.xml"/><Relationship Id="rId28" Type="http://schemas.openxmlformats.org/officeDocument/2006/relationships/customXml" Target="../ink/ink22.xml"/><Relationship Id="rId49" Type="http://schemas.openxmlformats.org/officeDocument/2006/relationships/customXml" Target="../ink/ink43.xml"/><Relationship Id="rId114" Type="http://schemas.openxmlformats.org/officeDocument/2006/relationships/customXml" Target="../ink/ink108.xml"/><Relationship Id="rId275" Type="http://schemas.openxmlformats.org/officeDocument/2006/relationships/image" Target="../media/image9.png"/><Relationship Id="rId296" Type="http://schemas.openxmlformats.org/officeDocument/2006/relationships/customXml" Target="../ink/ink276.xml"/><Relationship Id="rId300" Type="http://schemas.openxmlformats.org/officeDocument/2006/relationships/customXml" Target="../ink/ink278.xml"/><Relationship Id="rId60" Type="http://schemas.openxmlformats.org/officeDocument/2006/relationships/customXml" Target="../ink/ink54.xml"/><Relationship Id="rId81" Type="http://schemas.openxmlformats.org/officeDocument/2006/relationships/customXml" Target="../ink/ink75.xml"/><Relationship Id="rId135" Type="http://schemas.openxmlformats.org/officeDocument/2006/relationships/customXml" Target="../ink/ink129.xml"/><Relationship Id="rId156" Type="http://schemas.openxmlformats.org/officeDocument/2006/relationships/customXml" Target="../ink/ink150.xml"/><Relationship Id="rId177" Type="http://schemas.openxmlformats.org/officeDocument/2006/relationships/customXml" Target="../ink/ink171.xml"/><Relationship Id="rId198" Type="http://schemas.openxmlformats.org/officeDocument/2006/relationships/customXml" Target="../ink/ink192.xml"/><Relationship Id="rId321" Type="http://schemas.openxmlformats.org/officeDocument/2006/relationships/image" Target="../media/image32.png"/><Relationship Id="rId342" Type="http://schemas.openxmlformats.org/officeDocument/2006/relationships/customXml" Target="../ink/ink299.xml"/><Relationship Id="rId363" Type="http://schemas.openxmlformats.org/officeDocument/2006/relationships/image" Target="../media/image53.png"/><Relationship Id="rId202" Type="http://schemas.openxmlformats.org/officeDocument/2006/relationships/customXml" Target="../ink/ink196.xml"/><Relationship Id="rId223" Type="http://schemas.openxmlformats.org/officeDocument/2006/relationships/customXml" Target="../ink/ink217.xml"/><Relationship Id="rId244" Type="http://schemas.openxmlformats.org/officeDocument/2006/relationships/customXml" Target="../ink/ink238.xml"/><Relationship Id="rId18" Type="http://schemas.openxmlformats.org/officeDocument/2006/relationships/customXml" Target="../ink/ink12.xml"/><Relationship Id="rId39" Type="http://schemas.openxmlformats.org/officeDocument/2006/relationships/customXml" Target="../ink/ink33.xml"/><Relationship Id="rId265" Type="http://schemas.openxmlformats.org/officeDocument/2006/relationships/customXml" Target="../ink/ink259.xml"/><Relationship Id="rId286" Type="http://schemas.openxmlformats.org/officeDocument/2006/relationships/customXml" Target="../ink/ink271.xml"/><Relationship Id="rId50" Type="http://schemas.openxmlformats.org/officeDocument/2006/relationships/customXml" Target="../ink/ink44.xml"/><Relationship Id="rId104" Type="http://schemas.openxmlformats.org/officeDocument/2006/relationships/customXml" Target="../ink/ink98.xml"/><Relationship Id="rId125" Type="http://schemas.openxmlformats.org/officeDocument/2006/relationships/customXml" Target="../ink/ink119.xml"/><Relationship Id="rId146" Type="http://schemas.openxmlformats.org/officeDocument/2006/relationships/customXml" Target="../ink/ink140.xml"/><Relationship Id="rId167" Type="http://schemas.openxmlformats.org/officeDocument/2006/relationships/customXml" Target="../ink/ink161.xml"/><Relationship Id="rId188" Type="http://schemas.openxmlformats.org/officeDocument/2006/relationships/customXml" Target="../ink/ink182.xml"/><Relationship Id="rId311" Type="http://schemas.openxmlformats.org/officeDocument/2006/relationships/image" Target="../media/image27.png"/><Relationship Id="rId332" Type="http://schemas.openxmlformats.org/officeDocument/2006/relationships/customXml" Target="../ink/ink294.xml"/><Relationship Id="rId353" Type="http://schemas.openxmlformats.org/officeDocument/2006/relationships/image" Target="../media/image48.png"/><Relationship Id="rId71" Type="http://schemas.openxmlformats.org/officeDocument/2006/relationships/customXml" Target="../ink/ink65.xml"/><Relationship Id="rId92" Type="http://schemas.openxmlformats.org/officeDocument/2006/relationships/customXml" Target="../ink/ink86.xml"/><Relationship Id="rId213" Type="http://schemas.openxmlformats.org/officeDocument/2006/relationships/customXml" Target="../ink/ink207.xml"/><Relationship Id="rId234" Type="http://schemas.openxmlformats.org/officeDocument/2006/relationships/customXml" Target="../ink/ink228.xml"/><Relationship Id="rId2" Type="http://schemas.openxmlformats.org/officeDocument/2006/relationships/customXml" Target="../ink/ink1.xml"/><Relationship Id="rId29" Type="http://schemas.openxmlformats.org/officeDocument/2006/relationships/customXml" Target="../ink/ink23.xml"/><Relationship Id="rId255" Type="http://schemas.openxmlformats.org/officeDocument/2006/relationships/customXml" Target="../ink/ink249.xml"/><Relationship Id="rId276" Type="http://schemas.openxmlformats.org/officeDocument/2006/relationships/customXml" Target="../ink/ink266.xml"/><Relationship Id="rId297" Type="http://schemas.openxmlformats.org/officeDocument/2006/relationships/image" Target="../media/image20.png"/><Relationship Id="rId40" Type="http://schemas.openxmlformats.org/officeDocument/2006/relationships/customXml" Target="../ink/ink34.xml"/><Relationship Id="rId115" Type="http://schemas.openxmlformats.org/officeDocument/2006/relationships/customXml" Target="../ink/ink109.xml"/><Relationship Id="rId136" Type="http://schemas.openxmlformats.org/officeDocument/2006/relationships/customXml" Target="../ink/ink130.xml"/><Relationship Id="rId157" Type="http://schemas.openxmlformats.org/officeDocument/2006/relationships/customXml" Target="../ink/ink151.xml"/><Relationship Id="rId178" Type="http://schemas.openxmlformats.org/officeDocument/2006/relationships/customXml" Target="../ink/ink172.xml"/><Relationship Id="rId301" Type="http://schemas.openxmlformats.org/officeDocument/2006/relationships/image" Target="../media/image22.png"/><Relationship Id="rId322" Type="http://schemas.openxmlformats.org/officeDocument/2006/relationships/customXml" Target="../ink/ink289.xml"/><Relationship Id="rId343" Type="http://schemas.openxmlformats.org/officeDocument/2006/relationships/image" Target="../media/image43.png"/><Relationship Id="rId364" Type="http://schemas.openxmlformats.org/officeDocument/2006/relationships/customXml" Target="../ink/ink310.xml"/><Relationship Id="rId61" Type="http://schemas.openxmlformats.org/officeDocument/2006/relationships/customXml" Target="../ink/ink55.xml"/><Relationship Id="rId82" Type="http://schemas.openxmlformats.org/officeDocument/2006/relationships/customXml" Target="../ink/ink76.xml"/><Relationship Id="rId199" Type="http://schemas.openxmlformats.org/officeDocument/2006/relationships/customXml" Target="../ink/ink193.xml"/><Relationship Id="rId203" Type="http://schemas.openxmlformats.org/officeDocument/2006/relationships/customXml" Target="../ink/ink197.xml"/><Relationship Id="rId19" Type="http://schemas.openxmlformats.org/officeDocument/2006/relationships/customXml" Target="../ink/ink13.xml"/><Relationship Id="rId224" Type="http://schemas.openxmlformats.org/officeDocument/2006/relationships/customXml" Target="../ink/ink218.xml"/><Relationship Id="rId245" Type="http://schemas.openxmlformats.org/officeDocument/2006/relationships/customXml" Target="../ink/ink239.xml"/><Relationship Id="rId266" Type="http://schemas.openxmlformats.org/officeDocument/2006/relationships/customXml" Target="../ink/ink260.xml"/><Relationship Id="rId287" Type="http://schemas.openxmlformats.org/officeDocument/2006/relationships/image" Target="../media/image15.png"/><Relationship Id="rId30" Type="http://schemas.openxmlformats.org/officeDocument/2006/relationships/customXml" Target="../ink/ink24.xml"/><Relationship Id="rId105" Type="http://schemas.openxmlformats.org/officeDocument/2006/relationships/customXml" Target="../ink/ink99.xml"/><Relationship Id="rId126" Type="http://schemas.openxmlformats.org/officeDocument/2006/relationships/customXml" Target="../ink/ink120.xml"/><Relationship Id="rId147" Type="http://schemas.openxmlformats.org/officeDocument/2006/relationships/customXml" Target="../ink/ink141.xml"/><Relationship Id="rId168" Type="http://schemas.openxmlformats.org/officeDocument/2006/relationships/customXml" Target="../ink/ink162.xml"/><Relationship Id="rId312" Type="http://schemas.openxmlformats.org/officeDocument/2006/relationships/customXml" Target="../ink/ink284.xml"/><Relationship Id="rId333" Type="http://schemas.openxmlformats.org/officeDocument/2006/relationships/image" Target="../media/image38.png"/><Relationship Id="rId354" Type="http://schemas.openxmlformats.org/officeDocument/2006/relationships/customXml" Target="../ink/ink305.xml"/><Relationship Id="rId51" Type="http://schemas.openxmlformats.org/officeDocument/2006/relationships/customXml" Target="../ink/ink45.xml"/><Relationship Id="rId72" Type="http://schemas.openxmlformats.org/officeDocument/2006/relationships/customXml" Target="../ink/ink66.xml"/><Relationship Id="rId93" Type="http://schemas.openxmlformats.org/officeDocument/2006/relationships/customXml" Target="../ink/ink87.xml"/><Relationship Id="rId189" Type="http://schemas.openxmlformats.org/officeDocument/2006/relationships/customXml" Target="../ink/ink183.xml"/><Relationship Id="rId3" Type="http://schemas.openxmlformats.org/officeDocument/2006/relationships/image" Target="../media/image110.png"/><Relationship Id="rId214" Type="http://schemas.openxmlformats.org/officeDocument/2006/relationships/customXml" Target="../ink/ink208.xml"/><Relationship Id="rId235" Type="http://schemas.openxmlformats.org/officeDocument/2006/relationships/customXml" Target="../ink/ink229.xml"/><Relationship Id="rId256" Type="http://schemas.openxmlformats.org/officeDocument/2006/relationships/customXml" Target="../ink/ink250.xml"/><Relationship Id="rId277" Type="http://schemas.openxmlformats.org/officeDocument/2006/relationships/image" Target="../media/image10.png"/><Relationship Id="rId298" Type="http://schemas.openxmlformats.org/officeDocument/2006/relationships/customXml" Target="../ink/ink277.xml"/><Relationship Id="rId116" Type="http://schemas.openxmlformats.org/officeDocument/2006/relationships/customXml" Target="../ink/ink110.xml"/><Relationship Id="rId137" Type="http://schemas.openxmlformats.org/officeDocument/2006/relationships/customXml" Target="../ink/ink131.xml"/><Relationship Id="rId158" Type="http://schemas.openxmlformats.org/officeDocument/2006/relationships/customXml" Target="../ink/ink152.xml"/><Relationship Id="rId302" Type="http://schemas.openxmlformats.org/officeDocument/2006/relationships/customXml" Target="../ink/ink279.xml"/><Relationship Id="rId323" Type="http://schemas.openxmlformats.org/officeDocument/2006/relationships/image" Target="../media/image33.png"/><Relationship Id="rId344" Type="http://schemas.openxmlformats.org/officeDocument/2006/relationships/customXml" Target="../ink/ink300.xml"/><Relationship Id="rId20" Type="http://schemas.openxmlformats.org/officeDocument/2006/relationships/customXml" Target="../ink/ink14.xml"/><Relationship Id="rId41" Type="http://schemas.openxmlformats.org/officeDocument/2006/relationships/customXml" Target="../ink/ink35.xml"/><Relationship Id="rId62" Type="http://schemas.openxmlformats.org/officeDocument/2006/relationships/customXml" Target="../ink/ink56.xml"/><Relationship Id="rId83" Type="http://schemas.openxmlformats.org/officeDocument/2006/relationships/customXml" Target="../ink/ink77.xml"/><Relationship Id="rId179" Type="http://schemas.openxmlformats.org/officeDocument/2006/relationships/customXml" Target="../ink/ink173.xml"/><Relationship Id="rId365" Type="http://schemas.openxmlformats.org/officeDocument/2006/relationships/image" Target="../media/image54.png"/><Relationship Id="rId190" Type="http://schemas.openxmlformats.org/officeDocument/2006/relationships/customXml" Target="../ink/ink184.xml"/><Relationship Id="rId204" Type="http://schemas.openxmlformats.org/officeDocument/2006/relationships/customXml" Target="../ink/ink198.xml"/><Relationship Id="rId225" Type="http://schemas.openxmlformats.org/officeDocument/2006/relationships/customXml" Target="../ink/ink219.xml"/><Relationship Id="rId246" Type="http://schemas.openxmlformats.org/officeDocument/2006/relationships/customXml" Target="../ink/ink240.xml"/><Relationship Id="rId267" Type="http://schemas.openxmlformats.org/officeDocument/2006/relationships/customXml" Target="../ink/ink261.xml"/><Relationship Id="rId288" Type="http://schemas.openxmlformats.org/officeDocument/2006/relationships/customXml" Target="../ink/ink272.xml"/><Relationship Id="rId106" Type="http://schemas.openxmlformats.org/officeDocument/2006/relationships/customXml" Target="../ink/ink100.xml"/><Relationship Id="rId127" Type="http://schemas.openxmlformats.org/officeDocument/2006/relationships/customXml" Target="../ink/ink121.xml"/><Relationship Id="rId313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customXml" Target="../ink/ink25.xml"/><Relationship Id="rId52" Type="http://schemas.openxmlformats.org/officeDocument/2006/relationships/customXml" Target="../ink/ink46.xml"/><Relationship Id="rId73" Type="http://schemas.openxmlformats.org/officeDocument/2006/relationships/customXml" Target="../ink/ink67.xml"/><Relationship Id="rId94" Type="http://schemas.openxmlformats.org/officeDocument/2006/relationships/customXml" Target="../ink/ink88.xml"/><Relationship Id="rId148" Type="http://schemas.openxmlformats.org/officeDocument/2006/relationships/customXml" Target="../ink/ink142.xml"/><Relationship Id="rId169" Type="http://schemas.openxmlformats.org/officeDocument/2006/relationships/customXml" Target="../ink/ink163.xml"/><Relationship Id="rId334" Type="http://schemas.openxmlformats.org/officeDocument/2006/relationships/customXml" Target="../ink/ink295.xml"/><Relationship Id="rId355" Type="http://schemas.openxmlformats.org/officeDocument/2006/relationships/image" Target="../media/image49.png"/><Relationship Id="rId4" Type="http://schemas.openxmlformats.org/officeDocument/2006/relationships/customXml" Target="../ink/ink2.xml"/><Relationship Id="rId180" Type="http://schemas.openxmlformats.org/officeDocument/2006/relationships/customXml" Target="../ink/ink174.xml"/><Relationship Id="rId215" Type="http://schemas.openxmlformats.org/officeDocument/2006/relationships/customXml" Target="../ink/ink209.xml"/><Relationship Id="rId236" Type="http://schemas.openxmlformats.org/officeDocument/2006/relationships/customXml" Target="../ink/ink230.xml"/><Relationship Id="rId257" Type="http://schemas.openxmlformats.org/officeDocument/2006/relationships/customXml" Target="../ink/ink251.xml"/><Relationship Id="rId278" Type="http://schemas.openxmlformats.org/officeDocument/2006/relationships/customXml" Target="../ink/ink267.xml"/><Relationship Id="rId303" Type="http://schemas.openxmlformats.org/officeDocument/2006/relationships/image" Target="../media/image23.png"/><Relationship Id="rId42" Type="http://schemas.openxmlformats.org/officeDocument/2006/relationships/customXml" Target="../ink/ink36.xml"/><Relationship Id="rId84" Type="http://schemas.openxmlformats.org/officeDocument/2006/relationships/customXml" Target="../ink/ink78.xml"/><Relationship Id="rId138" Type="http://schemas.openxmlformats.org/officeDocument/2006/relationships/customXml" Target="../ink/ink132.xml"/><Relationship Id="rId345" Type="http://schemas.openxmlformats.org/officeDocument/2006/relationships/image" Target="../media/image44.png"/><Relationship Id="rId191" Type="http://schemas.openxmlformats.org/officeDocument/2006/relationships/customXml" Target="../ink/ink185.xml"/><Relationship Id="rId205" Type="http://schemas.openxmlformats.org/officeDocument/2006/relationships/customXml" Target="../ink/ink199.xml"/><Relationship Id="rId247" Type="http://schemas.openxmlformats.org/officeDocument/2006/relationships/customXml" Target="../ink/ink241.xml"/><Relationship Id="rId107" Type="http://schemas.openxmlformats.org/officeDocument/2006/relationships/customXml" Target="../ink/ink101.xml"/><Relationship Id="rId289" Type="http://schemas.openxmlformats.org/officeDocument/2006/relationships/image" Target="../media/image16.png"/><Relationship Id="rId11" Type="http://schemas.openxmlformats.org/officeDocument/2006/relationships/image" Target="../media/image5.png"/><Relationship Id="rId53" Type="http://schemas.openxmlformats.org/officeDocument/2006/relationships/customXml" Target="../ink/ink47.xml"/><Relationship Id="rId149" Type="http://schemas.openxmlformats.org/officeDocument/2006/relationships/customXml" Target="../ink/ink143.xml"/><Relationship Id="rId314" Type="http://schemas.openxmlformats.org/officeDocument/2006/relationships/customXml" Target="../ink/ink285.xml"/><Relationship Id="rId356" Type="http://schemas.openxmlformats.org/officeDocument/2006/relationships/customXml" Target="../ink/ink306.xml"/><Relationship Id="rId95" Type="http://schemas.openxmlformats.org/officeDocument/2006/relationships/customXml" Target="../ink/ink89.xml"/><Relationship Id="rId160" Type="http://schemas.openxmlformats.org/officeDocument/2006/relationships/customXml" Target="../ink/ink154.xml"/><Relationship Id="rId216" Type="http://schemas.openxmlformats.org/officeDocument/2006/relationships/customXml" Target="../ink/ink210.xml"/><Relationship Id="rId258" Type="http://schemas.openxmlformats.org/officeDocument/2006/relationships/customXml" Target="../ink/ink252.xml"/><Relationship Id="rId22" Type="http://schemas.openxmlformats.org/officeDocument/2006/relationships/customXml" Target="../ink/ink16.xml"/><Relationship Id="rId64" Type="http://schemas.openxmlformats.org/officeDocument/2006/relationships/customXml" Target="../ink/ink58.xml"/><Relationship Id="rId118" Type="http://schemas.openxmlformats.org/officeDocument/2006/relationships/customXml" Target="../ink/ink112.xml"/><Relationship Id="rId325" Type="http://schemas.openxmlformats.org/officeDocument/2006/relationships/image" Target="../media/image34.png"/><Relationship Id="rId367" Type="http://schemas.openxmlformats.org/officeDocument/2006/relationships/image" Target="../media/image55.png"/><Relationship Id="rId171" Type="http://schemas.openxmlformats.org/officeDocument/2006/relationships/customXml" Target="../ink/ink165.xml"/><Relationship Id="rId227" Type="http://schemas.openxmlformats.org/officeDocument/2006/relationships/customXml" Target="../ink/ink221.xml"/><Relationship Id="rId269" Type="http://schemas.openxmlformats.org/officeDocument/2006/relationships/image" Target="../media/image6.png"/><Relationship Id="rId33" Type="http://schemas.openxmlformats.org/officeDocument/2006/relationships/customXml" Target="../ink/ink27.xml"/><Relationship Id="rId129" Type="http://schemas.openxmlformats.org/officeDocument/2006/relationships/customXml" Target="../ink/ink123.xml"/><Relationship Id="rId280" Type="http://schemas.openxmlformats.org/officeDocument/2006/relationships/customXml" Target="../ink/ink268.xml"/><Relationship Id="rId336" Type="http://schemas.openxmlformats.org/officeDocument/2006/relationships/customXml" Target="../ink/ink296.xml"/><Relationship Id="rId75" Type="http://schemas.openxmlformats.org/officeDocument/2006/relationships/customXml" Target="../ink/ink69.xml"/><Relationship Id="rId140" Type="http://schemas.openxmlformats.org/officeDocument/2006/relationships/customXml" Target="../ink/ink134.xml"/><Relationship Id="rId182" Type="http://schemas.openxmlformats.org/officeDocument/2006/relationships/customXml" Target="../ink/ink176.xml"/><Relationship Id="rId6" Type="http://schemas.openxmlformats.org/officeDocument/2006/relationships/customXml" Target="../ink/ink3.xml"/><Relationship Id="rId238" Type="http://schemas.openxmlformats.org/officeDocument/2006/relationships/customXml" Target="../ink/ink232.xml"/><Relationship Id="rId291" Type="http://schemas.openxmlformats.org/officeDocument/2006/relationships/image" Target="../media/image17.png"/><Relationship Id="rId305" Type="http://schemas.openxmlformats.org/officeDocument/2006/relationships/image" Target="../media/image24.png"/><Relationship Id="rId347" Type="http://schemas.openxmlformats.org/officeDocument/2006/relationships/image" Target="../media/image45.png"/><Relationship Id="rId44" Type="http://schemas.openxmlformats.org/officeDocument/2006/relationships/customXml" Target="../ink/ink38.xml"/><Relationship Id="rId86" Type="http://schemas.openxmlformats.org/officeDocument/2006/relationships/customXml" Target="../ink/ink80.xml"/><Relationship Id="rId151" Type="http://schemas.openxmlformats.org/officeDocument/2006/relationships/customXml" Target="../ink/ink145.xml"/><Relationship Id="rId193" Type="http://schemas.openxmlformats.org/officeDocument/2006/relationships/customXml" Target="../ink/ink187.xml"/><Relationship Id="rId207" Type="http://schemas.openxmlformats.org/officeDocument/2006/relationships/customXml" Target="../ink/ink201.xml"/><Relationship Id="rId249" Type="http://schemas.openxmlformats.org/officeDocument/2006/relationships/customXml" Target="../ink/ink243.xml"/><Relationship Id="rId13" Type="http://schemas.openxmlformats.org/officeDocument/2006/relationships/customXml" Target="../ink/ink7.xml"/><Relationship Id="rId109" Type="http://schemas.openxmlformats.org/officeDocument/2006/relationships/customXml" Target="../ink/ink103.xml"/><Relationship Id="rId260" Type="http://schemas.openxmlformats.org/officeDocument/2006/relationships/customXml" Target="../ink/ink254.xml"/><Relationship Id="rId316" Type="http://schemas.openxmlformats.org/officeDocument/2006/relationships/customXml" Target="../ink/ink286.xml"/><Relationship Id="rId55" Type="http://schemas.openxmlformats.org/officeDocument/2006/relationships/customXml" Target="../ink/ink49.xml"/><Relationship Id="rId97" Type="http://schemas.openxmlformats.org/officeDocument/2006/relationships/customXml" Target="../ink/ink91.xml"/><Relationship Id="rId120" Type="http://schemas.openxmlformats.org/officeDocument/2006/relationships/customXml" Target="../ink/ink114.xml"/><Relationship Id="rId358" Type="http://schemas.openxmlformats.org/officeDocument/2006/relationships/customXml" Target="../ink/ink307.xml"/><Relationship Id="rId162" Type="http://schemas.openxmlformats.org/officeDocument/2006/relationships/customXml" Target="../ink/ink156.xml"/><Relationship Id="rId218" Type="http://schemas.openxmlformats.org/officeDocument/2006/relationships/customXml" Target="../ink/ink212.xml"/><Relationship Id="rId271" Type="http://schemas.openxmlformats.org/officeDocument/2006/relationships/image" Target="../media/image7.png"/><Relationship Id="rId24" Type="http://schemas.openxmlformats.org/officeDocument/2006/relationships/customXml" Target="../ink/ink18.xml"/><Relationship Id="rId66" Type="http://schemas.openxmlformats.org/officeDocument/2006/relationships/customXml" Target="../ink/ink60.xml"/><Relationship Id="rId131" Type="http://schemas.openxmlformats.org/officeDocument/2006/relationships/customXml" Target="../ink/ink125.xml"/><Relationship Id="rId327" Type="http://schemas.openxmlformats.org/officeDocument/2006/relationships/image" Target="../media/image35.png"/><Relationship Id="rId369" Type="http://schemas.openxmlformats.org/officeDocument/2006/relationships/image" Target="../media/image56.png"/><Relationship Id="rId173" Type="http://schemas.openxmlformats.org/officeDocument/2006/relationships/customXml" Target="../ink/ink167.xml"/><Relationship Id="rId229" Type="http://schemas.openxmlformats.org/officeDocument/2006/relationships/customXml" Target="../ink/ink223.xml"/><Relationship Id="rId240" Type="http://schemas.openxmlformats.org/officeDocument/2006/relationships/customXml" Target="../ink/ink234.xml"/><Relationship Id="rId35" Type="http://schemas.openxmlformats.org/officeDocument/2006/relationships/customXml" Target="../ink/ink29.xml"/><Relationship Id="rId77" Type="http://schemas.openxmlformats.org/officeDocument/2006/relationships/customXml" Target="../ink/ink71.xml"/><Relationship Id="rId100" Type="http://schemas.openxmlformats.org/officeDocument/2006/relationships/customXml" Target="../ink/ink94.xml"/><Relationship Id="rId282" Type="http://schemas.openxmlformats.org/officeDocument/2006/relationships/customXml" Target="../ink/ink269.xml"/><Relationship Id="rId338" Type="http://schemas.openxmlformats.org/officeDocument/2006/relationships/customXml" Target="../ink/ink297.xml"/><Relationship Id="rId8" Type="http://schemas.openxmlformats.org/officeDocument/2006/relationships/customXml" Target="../ink/ink4.xml"/><Relationship Id="rId142" Type="http://schemas.openxmlformats.org/officeDocument/2006/relationships/customXml" Target="../ink/ink136.xml"/><Relationship Id="rId184" Type="http://schemas.openxmlformats.org/officeDocument/2006/relationships/customXml" Target="../ink/ink178.xml"/><Relationship Id="rId251" Type="http://schemas.openxmlformats.org/officeDocument/2006/relationships/customXml" Target="../ink/ink245.xml"/><Relationship Id="rId46" Type="http://schemas.openxmlformats.org/officeDocument/2006/relationships/customXml" Target="../ink/ink40.xml"/><Relationship Id="rId293" Type="http://schemas.openxmlformats.org/officeDocument/2006/relationships/image" Target="../media/image18.png"/><Relationship Id="rId307" Type="http://schemas.openxmlformats.org/officeDocument/2006/relationships/image" Target="../media/image25.png"/><Relationship Id="rId349" Type="http://schemas.openxmlformats.org/officeDocument/2006/relationships/image" Target="../media/image46.png"/><Relationship Id="rId88" Type="http://schemas.openxmlformats.org/officeDocument/2006/relationships/customXml" Target="../ink/ink82.xml"/><Relationship Id="rId111" Type="http://schemas.openxmlformats.org/officeDocument/2006/relationships/customXml" Target="../ink/ink105.xml"/><Relationship Id="rId153" Type="http://schemas.openxmlformats.org/officeDocument/2006/relationships/customXml" Target="../ink/ink147.xml"/><Relationship Id="rId195" Type="http://schemas.openxmlformats.org/officeDocument/2006/relationships/customXml" Target="../ink/ink189.xml"/><Relationship Id="rId209" Type="http://schemas.openxmlformats.org/officeDocument/2006/relationships/customXml" Target="../ink/ink203.xml"/><Relationship Id="rId360" Type="http://schemas.openxmlformats.org/officeDocument/2006/relationships/customXml" Target="../ink/ink308.xml"/><Relationship Id="rId220" Type="http://schemas.openxmlformats.org/officeDocument/2006/relationships/customXml" Target="../ink/ink2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10" Type="http://schemas.openxmlformats.org/officeDocument/2006/relationships/image" Target="../media/image67.svg"/><Relationship Id="rId4" Type="http://schemas.openxmlformats.org/officeDocument/2006/relationships/image" Target="../media/image61.svg"/><Relationship Id="rId9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EFF5F8"/>
          </a:solidFill>
          <a:ln w="12700">
            <a:solidFill>
              <a:srgbClr val="EFF5F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713232" y="117043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H1N1 Outbreak Model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11-compartment ODE system with a 9-day infectious period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course project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35808"/>
            <a:ext cx="61264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build, calibrate, and interpret a stage-structured epidemic model that matches the condition I(7) = 10 in a closed population of 1500.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49640" y="1325880"/>
            <a:ext cx="2423160" cy="320040"/>
          </a:xfrm>
          <a:prstGeom prst="roundRect">
            <a:avLst>
              <a:gd name="adj" fmla="val 22857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8659368" y="1389888"/>
            <a:ext cx="2203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population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49640" y="1901952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659368" y="1965960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9-day infection 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2478024"/>
            <a:ext cx="2697480" cy="320040"/>
          </a:xfrm>
          <a:prstGeom prst="roundRect">
            <a:avLst>
              <a:gd name="adj" fmla="val 22857"/>
            </a:avLst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8659368" y="2542032"/>
            <a:ext cx="24780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calibration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49640" y="33101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3602736"/>
            <a:ext cx="21945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1500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S(0) = 1499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I₁(0) = 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R(0) = 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8064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final written report and simulation results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800"/>
            </a:pPr>
            <a:r>
              <a:rPr lang="en" sz="2400" b="1">
                <a:solidFill>
                  <a:srgbClr val="123B5D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A6570"/>
              </a:buClr>
              <a:buSzPts val="900"/>
            </a:pPr>
            <a:r>
              <a:rPr lang="en" sz="1200">
                <a:solidFill>
                  <a:srgbClr val="5A6570"/>
                </a:solidFill>
                <a:latin typeface="Arial"/>
                <a:ea typeface="Arial"/>
                <a:cs typeface="Arial"/>
                <a:sym typeface="Arial"/>
              </a:rPr>
              <a:t>What the project asks us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640067" y="1234433"/>
            <a:ext cx="108356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 cap="flat" cmpd="sng">
            <a:solidFill>
              <a:srgbClr val="D7DD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/>
            <a:fld id="{00000000-1234-1234-1234-123412341234}" type="slidenum">
              <a:rPr lang="en" sz="933">
                <a:latin typeface="Arial"/>
                <a:ea typeface="Arial"/>
                <a:cs typeface="Arial"/>
                <a:sym typeface="Arial"/>
              </a:rPr>
              <a:pPr algn="r"/>
              <a:t>2</a:t>
            </a:fld>
            <a:endParaRPr sz="933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3" y="1299067"/>
            <a:ext cx="8965403" cy="442510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7DDE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8BB1F73-0E2A-6060-F2FB-21BE3F967BF9}"/>
              </a:ext>
            </a:extLst>
          </p:cNvPr>
          <p:cNvGrpSpPr/>
          <p:nvPr/>
        </p:nvGrpSpPr>
        <p:grpSpPr>
          <a:xfrm>
            <a:off x="399783" y="1017577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1F0532C-667D-CF59-8103-D4C3796A9788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1F0532C-667D-CF59-8103-D4C3796A97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F84583-C3FC-F9AA-FC28-5CAF82666CAC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F84583-C3FC-F9AA-FC28-5CAF82666C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B4D929-86B7-EE84-801E-D409AEDC65E8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B4D929-86B7-EE84-801E-D409AEDC65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8088D0-3313-736D-4868-48C438B2EA0C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8088D0-3313-736D-4868-48C438B2EA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1374B6-61B4-C6BC-57DF-5506CCFEFCD2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1374B6-61B4-C6BC-57DF-5506CCFEFC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8DDD8E-B69F-E808-FE9C-3D2E832830F7}"/>
              </a:ext>
            </a:extLst>
          </p:cNvPr>
          <p:cNvGrpSpPr/>
          <p:nvPr/>
        </p:nvGrpSpPr>
        <p:grpSpPr>
          <a:xfrm>
            <a:off x="372603" y="2071297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481F63-7F07-0B09-F139-3488E6428A74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481F63-7F07-0B09-F139-3488E6428A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0475900-60C7-4321-5BDC-A47E4011C569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0475900-60C7-4321-5BDC-A47E4011C5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A58DBF1-B0A5-9C57-FA06-DE5753E3066B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A58DBF1-B0A5-9C57-FA06-DE5753E306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513EFE-2ED4-13DC-C5A9-3E66323E795B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513EFE-2ED4-13DC-C5A9-3E66323E79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F8B6AF-28D6-228F-4135-4E46B7968934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F8B6AF-28D6-228F-4135-4E46B79689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90B90D0-D5FD-FF9B-0D40-B2829D9EB82F}"/>
              </a:ext>
            </a:extLst>
          </p:cNvPr>
          <p:cNvGrpSpPr/>
          <p:nvPr/>
        </p:nvGrpSpPr>
        <p:grpSpPr>
          <a:xfrm>
            <a:off x="399783" y="3106057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B254EF8-3230-8216-39F7-A25C3BA64550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B254EF8-3230-8216-39F7-A25C3BA6455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03C0AE-26EE-A5D7-1E42-60677F4677A9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03C0AE-26EE-A5D7-1E42-60677F4677A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0C21040-1665-665C-8D0E-7559ACB698FD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0C21040-1665-665C-8D0E-7559ACB698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14D0F5-03CA-5139-2179-3CDCE7260F1C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14D0F5-03CA-5139-2179-3CDCE7260F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87D3FC-6DB6-45C5-72F0-63B87BC98F20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87D3FC-6DB6-45C5-72F0-63B87BC98F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48AA9A9-9993-D679-B3D3-7F94C1E6AF96}"/>
              </a:ext>
            </a:extLst>
          </p:cNvPr>
          <p:cNvGrpSpPr/>
          <p:nvPr/>
        </p:nvGrpSpPr>
        <p:grpSpPr>
          <a:xfrm>
            <a:off x="565203" y="5086794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5B3694-9E48-6423-A7E3-F639B843A696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5B3694-9E48-6423-A7E3-F639B843A6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914466A-1DEF-7C38-6786-3B1E6FFA580D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914466A-1DEF-7C38-6786-3B1E6FFA58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200A709-9985-65E3-CD7A-981AA99D00CA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200A709-9985-65E3-CD7A-981AA99D00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B20B7D-168F-D131-7613-6706E62FFBF8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B20B7D-168F-D131-7613-6706E62FFB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1C3DDF2-54D9-978C-7F8B-E8AFE51B11D0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1C3DDF2-54D9-978C-7F8B-E8AFE51B11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654A8C-EE4D-9E7A-CFDA-2A6AA5D09B52}"/>
              </a:ext>
            </a:extLst>
          </p:cNvPr>
          <p:cNvGrpSpPr/>
          <p:nvPr/>
        </p:nvGrpSpPr>
        <p:grpSpPr>
          <a:xfrm>
            <a:off x="1043724" y="4135674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DF2170F-38A0-7A28-3F3A-CE6AE6F6B1B6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DF2170F-38A0-7A28-3F3A-CE6AE6F6B1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E72FCB-BDED-76A6-6E7D-D179F255144F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E72FCB-BDED-76A6-6E7D-D179F25514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888338-C0E8-F4B2-A26B-02C314D469E4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888338-C0E8-F4B2-A26B-02C314D469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FEE5DB-13C1-67F5-A1B7-A70E14278BFF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FEE5DB-13C1-67F5-A1B7-A70E14278B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C1225E-3C4A-644B-8B55-37F8A0DDCDD2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C1225E-3C4A-644B-8B55-37F8A0DDCD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A34559A-DB38-67B8-D0EE-D776672F7E48}"/>
              </a:ext>
            </a:extLst>
          </p:cNvPr>
          <p:cNvGrpSpPr/>
          <p:nvPr/>
        </p:nvGrpSpPr>
        <p:grpSpPr>
          <a:xfrm>
            <a:off x="399783" y="5486034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823447-B7EC-FA48-5CFB-2B5FDACDB8EA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823447-B7EC-FA48-5CFB-2B5FDACDB8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EB58D3-6993-73E9-742A-49EBD1D06A0C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EB58D3-6993-73E9-742A-49EBD1D06A0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84CAC6-EBE7-6771-B9EB-792DD6DE24BF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84CAC6-EBE7-6771-B9EB-792DD6DE24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35D9857-337E-B5E2-91B3-2B6545123B49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35D9857-337E-B5E2-91B3-2B6545123B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911809-388D-800B-8C7B-55628EE6D31D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911809-388D-800B-8C7B-55628EE6D3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450ADB-1EBB-2021-4E69-D10142682A00}"/>
              </a:ext>
            </a:extLst>
          </p:cNvPr>
          <p:cNvGrpSpPr/>
          <p:nvPr/>
        </p:nvGrpSpPr>
        <p:grpSpPr>
          <a:xfrm>
            <a:off x="245266" y="3895077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8D509B-23AA-ABBE-2DAF-36DDE3F51576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8D509B-23AA-ABBE-2DAF-36DDE3F5157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D067A5-50A5-7DA0-2DB0-E066A84678A0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D067A5-50A5-7DA0-2DB0-E066A84678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3A917D-CBA1-EEB0-731E-6BB6D7FE7942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3A917D-CBA1-EEB0-731E-6BB6D7FE79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97B0C5F-C923-9E38-D904-47A50C57D08B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97B0C5F-C923-9E38-D904-47A50C57D0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B30AFD-2F94-1ED7-CF3C-A6B8EFC750F6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B30AFD-2F94-1ED7-CF3C-A6B8EFC750F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C82551C-1E4A-E91D-B7AB-8DF366C8DA93}"/>
              </a:ext>
            </a:extLst>
          </p:cNvPr>
          <p:cNvGrpSpPr/>
          <p:nvPr/>
        </p:nvGrpSpPr>
        <p:grpSpPr>
          <a:xfrm>
            <a:off x="813063" y="1384704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E525AD-D740-375F-37D4-0EFC02A6EEF6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E525AD-D740-375F-37D4-0EFC02A6EEF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B1D70D-3537-3EE2-5921-6E860C806956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B1D70D-3537-3EE2-5921-6E860C8069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85583D1-AE05-64C4-AE94-4F3EE5F2D104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85583D1-AE05-64C4-AE94-4F3EE5F2D1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74649C-B273-8B34-DBB9-D94E372395B7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74649C-B273-8B34-DBB9-D94E372395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81F604A-32BD-D2A8-9E13-5C7430B95035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81F604A-32BD-D2A8-9E13-5C7430B950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CEF182D-50D8-72A0-455C-C596E3D0F02F}"/>
              </a:ext>
            </a:extLst>
          </p:cNvPr>
          <p:cNvGrpSpPr/>
          <p:nvPr/>
        </p:nvGrpSpPr>
        <p:grpSpPr>
          <a:xfrm>
            <a:off x="857446" y="2283039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BB3454D-042A-B51D-1343-F11661054180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BB3454D-042A-B51D-1343-F116610541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BA3A41E-2D46-6D08-9CAD-5F63EEFF48B6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BA3A41E-2D46-6D08-9CAD-5F63EEFF48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99CC225-854C-8949-989F-C4C85C3CE2B1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99CC225-854C-8949-989F-C4C85C3CE2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AC0C34D-07E9-917B-4A1A-411B6BD80C94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AC0C34D-07E9-917B-4A1A-411B6BD80C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93DC503-8814-8A69-6F41-DBC05BFB869C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93DC503-8814-8A69-6F41-DBC05BFB86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A34C2E5-E5BD-C746-4BCC-6D87EC8AA912}"/>
              </a:ext>
            </a:extLst>
          </p:cNvPr>
          <p:cNvGrpSpPr/>
          <p:nvPr/>
        </p:nvGrpSpPr>
        <p:grpSpPr>
          <a:xfrm>
            <a:off x="909526" y="3187873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C0607EB-6CF9-8AA5-84B4-8333F0CC454E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C0607EB-6CF9-8AA5-84B4-8333F0CC45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FC2500-8D0D-E322-C477-F22EF040611D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FC2500-8D0D-E322-C477-F22EF04061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4BC8B4E-C815-8CF0-9BE3-E17E5ED24DF5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4BC8B4E-C815-8CF0-9BE3-E17E5ED24DF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B8B971-B475-4081-3B7E-96FB03B461CC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B8B971-B475-4081-3B7E-96FB03B461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6A6695B-B31F-13BA-A30A-EB0B8670C9B0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6A6695B-B31F-13BA-A30A-EB0B8670C9B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20FD3FF-9F90-36D5-DBA7-977C186BBF88}"/>
              </a:ext>
            </a:extLst>
          </p:cNvPr>
          <p:cNvGrpSpPr/>
          <p:nvPr/>
        </p:nvGrpSpPr>
        <p:grpSpPr>
          <a:xfrm>
            <a:off x="1360632" y="2078677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B00124E-45DB-06ED-F565-C913F5056097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B00124E-45DB-06ED-F565-C913F505609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6C2207D-18EA-7A4B-4FC9-ECA0E9E5924A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6C2207D-18EA-7A4B-4FC9-ECA0E9E592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BFE47F4-8A83-3572-766C-0643F5E76640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BFE47F4-8A83-3572-766C-0643F5E766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35A413-4454-9C2C-58D1-23761734B0C7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35A413-4454-9C2C-58D1-23761734B0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9948B7A-83A8-08B3-CEE5-BE16837B3FD9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9948B7A-83A8-08B3-CEE5-BE16837B3FD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C088E1E-CE85-DEE7-E949-8B00F3A61CD3}"/>
              </a:ext>
            </a:extLst>
          </p:cNvPr>
          <p:cNvGrpSpPr/>
          <p:nvPr/>
        </p:nvGrpSpPr>
        <p:grpSpPr>
          <a:xfrm>
            <a:off x="1001523" y="5534531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2460A59-A9DC-D9B6-240C-4B4A2A82436D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2460A59-A9DC-D9B6-240C-4B4A2A8243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8690321-CB3C-733F-0925-49D383003C66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8690321-CB3C-733F-0925-49D383003C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D0BBEB-F187-8193-5351-7AD18841470F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D0BBEB-F187-8193-5351-7AD1884147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863646B-100D-68EB-ADD9-888F7F0EE735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863646B-100D-68EB-ADD9-888F7F0EE7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2510021-8103-A523-35EA-68E5AD4A5B07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2510021-8103-A523-35EA-68E5AD4A5B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A611EB-934C-5BE2-3A20-379C4C204B0E}"/>
              </a:ext>
            </a:extLst>
          </p:cNvPr>
          <p:cNvGrpSpPr/>
          <p:nvPr/>
        </p:nvGrpSpPr>
        <p:grpSpPr>
          <a:xfrm>
            <a:off x="1229463" y="4686199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CED32B-700E-A768-D5B2-481D46F60D30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CED32B-700E-A768-D5B2-481D46F60D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348CBD9-246E-8544-E4FB-420E0C3D6D6F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348CBD9-246E-8544-E4FB-420E0C3D6D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A0DA443-91BF-4E1C-9B38-7E95795E4596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A0DA443-91BF-4E1C-9B38-7E95795E45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0BB428A-E30B-9C52-7CCA-E7FCCDEF7271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0BB428A-E30B-9C52-7CCA-E7FCCDEF72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B59096B-DD21-0253-5B4D-42C0B50CEA68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B59096B-DD21-0253-5B4D-42C0B50CEA6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37F41D0-56FD-6566-1C76-2D82D9F751B3}"/>
              </a:ext>
            </a:extLst>
          </p:cNvPr>
          <p:cNvGrpSpPr/>
          <p:nvPr/>
        </p:nvGrpSpPr>
        <p:grpSpPr>
          <a:xfrm>
            <a:off x="888924" y="735504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81CE842-BE39-D2D3-B281-D517E8B7594C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81CE842-BE39-D2D3-B281-D517E8B7594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E389FBB-A3CB-CDA1-5A82-597F568A84B0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E389FBB-A3CB-CDA1-5A82-597F568A84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2ECD1AD-11BF-11BF-7110-FAD8F4605DD6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2ECD1AD-11BF-11BF-7110-FAD8F4605D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4E06652-32EC-BE07-F95A-58FB7FA8235F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4E06652-32EC-BE07-F95A-58FB7FA823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AE5C470-BD34-19C6-F7B1-A762860C29E7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AE5C470-BD34-19C6-F7B1-A762860C29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B57A554-D173-9126-0CBD-389F781FCBB1}"/>
              </a:ext>
            </a:extLst>
          </p:cNvPr>
          <p:cNvGrpSpPr/>
          <p:nvPr/>
        </p:nvGrpSpPr>
        <p:grpSpPr>
          <a:xfrm>
            <a:off x="293943" y="217135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D4EF282-44F3-0B47-A02B-25C5385C2F0A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D4EF282-44F3-0B47-A02B-25C5385C2F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D04D853-D3AE-C03E-DB17-6FF253B59B2B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D04D853-D3AE-C03E-DB17-6FF253B59B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98EBF27-D7E9-2CD9-86EC-67D61E8EEA3F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98EBF27-D7E9-2CD9-86EC-67D61E8EEA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C770506-9506-B93E-FFE7-0DBE165FB5B4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C770506-9506-B93E-FFE7-0DBE165FB5B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EF19AD7-0F95-7615-FA24-65F84F9E5CC6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EF19AD7-0F95-7615-FA24-65F84F9E5C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634ACF1-6ADA-9894-11A9-8304100F11DE}"/>
              </a:ext>
            </a:extLst>
          </p:cNvPr>
          <p:cNvGrpSpPr/>
          <p:nvPr/>
        </p:nvGrpSpPr>
        <p:grpSpPr>
          <a:xfrm>
            <a:off x="1527646" y="5457319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F19CD8E-1CBC-D8C6-8F9A-AC823D71B94E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F19CD8E-1CBC-D8C6-8F9A-AC823D71B9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3D73846-2960-B4D6-B887-68F4584C7A0F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3D73846-2960-B4D6-B887-68F4584C7A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0545CF5-4F08-F98F-2FFD-C8058E370528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0545CF5-4F08-F98F-2FFD-C8058E3705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776308F-B3FC-047C-6BD6-DABD74E063F0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776308F-B3FC-047C-6BD6-DABD74E063F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C23E67B-DA08-00E7-C607-9CCE2EAD78E7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C23E67B-DA08-00E7-C607-9CCE2EAD78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EFCA08D-9831-EE99-147B-445A07A3A312}"/>
              </a:ext>
            </a:extLst>
          </p:cNvPr>
          <p:cNvGrpSpPr/>
          <p:nvPr/>
        </p:nvGrpSpPr>
        <p:grpSpPr>
          <a:xfrm>
            <a:off x="1467192" y="3694494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2881FC7-CE0C-3626-283D-50CD2EC4F3D8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2881FC7-CE0C-3626-283D-50CD2EC4F3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8944F03-C185-146F-EE66-872895CF94FD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8944F03-C185-146F-EE66-872895CF94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8C4F8C-ABAF-B6B7-8985-D3BDBE4F127A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8C4F8C-ABAF-B6B7-8985-D3BDBE4F12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16F666E-F765-0927-4540-99500C1C2119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16F666E-F765-0927-4540-99500C1C211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4DF44DE-5A9C-51AD-D8B5-0EDDB69098B7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4DF44DE-5A9C-51AD-D8B5-0EDDB69098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1D95C53-BD89-1300-56DD-79C3FFB55E91}"/>
              </a:ext>
            </a:extLst>
          </p:cNvPr>
          <p:cNvGrpSpPr/>
          <p:nvPr/>
        </p:nvGrpSpPr>
        <p:grpSpPr>
          <a:xfrm>
            <a:off x="1420932" y="2935459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D4E2F54-22F0-2364-B910-6D5A07FCF0EB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D4E2F54-22F0-2364-B910-6D5A07FCF0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897A928-C179-57B8-BCD6-5CE33B970DE0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897A928-C179-57B8-BCD6-5CE33B970D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50023C1-0401-24EC-8402-7EAD6C8C63BE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50023C1-0401-24EC-8402-7EAD6C8C63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F878DD0-9F74-AB13-1961-5487340F1627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F878DD0-9F74-AB13-1961-5487340F16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348F99B-9A06-B19B-88E6-E57E03316175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348F99B-9A06-B19B-88E6-E57E0331617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3B1359F-0013-5B58-B126-629FC5359C93}"/>
              </a:ext>
            </a:extLst>
          </p:cNvPr>
          <p:cNvGrpSpPr/>
          <p:nvPr/>
        </p:nvGrpSpPr>
        <p:grpSpPr>
          <a:xfrm>
            <a:off x="1912044" y="5534531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4CA4F44-7EE8-BF74-9EC8-57B597BB0CAD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4CA4F44-7EE8-BF74-9EC8-57B597BB0C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C63CA64-1670-1D4A-1AE7-3A737F04AA4B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C63CA64-1670-1D4A-1AE7-3A737F04AA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BA5095B-69B5-B4A8-6E9D-28FD01021358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BA5095B-69B5-B4A8-6E9D-28FD010213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9BB952-EBA7-DA46-8705-BE15A2D441E1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9BB952-EBA7-DA46-8705-BE15A2D441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4076514-0F5D-E168-38DA-35968D61006E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4076514-0F5D-E168-38DA-35968D61006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7E8AC13-77F2-A864-BEE0-3B4E7374339F}"/>
              </a:ext>
            </a:extLst>
          </p:cNvPr>
          <p:cNvGrpSpPr/>
          <p:nvPr/>
        </p:nvGrpSpPr>
        <p:grpSpPr>
          <a:xfrm>
            <a:off x="1400484" y="1240565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A2EDA24-236D-3F2C-1EE5-54BB598BBACD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A2EDA24-236D-3F2C-1EE5-54BB598BBA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8F957D7-6680-F961-10F2-C411EB897108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8F957D7-6680-F961-10F2-C411EB8971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6330494-0A88-CFCA-0DF1-F95AD07DA460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6330494-0A88-CFCA-0DF1-F95AD07DA46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83B715-2B3B-7BDE-2405-E48EEE3C1A20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83B715-2B3B-7BDE-2405-E48EEE3C1A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5C4733D-5143-AC52-8106-1112FCA9AA54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5C4733D-5143-AC52-8106-1112FCA9AA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F005199E-33A7-74E7-FD6C-08AD7C985642}"/>
              </a:ext>
            </a:extLst>
          </p:cNvPr>
          <p:cNvGrpSpPr/>
          <p:nvPr/>
        </p:nvGrpSpPr>
        <p:grpSpPr>
          <a:xfrm>
            <a:off x="1369006" y="358205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176C5F1-F6CB-3FB1-E555-0AC8C3306AD0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176C5F1-F6CB-3FB1-E555-0AC8C3306AD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CCBC45F-D6A7-B11E-B0C1-8506BE6EF485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CCBC45F-D6A7-B11E-B0C1-8506BE6EF4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19A6EDA-4739-2000-D2AC-064BF5FD03C5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19A6EDA-4739-2000-D2AC-064BF5FD03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036ECC1-CAF8-E8AF-2071-4486ECF3943C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036ECC1-CAF8-E8AF-2071-4486ECF394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95ADE30-4402-C374-46A1-EC8A06BC58F6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95ADE30-4402-C374-46A1-EC8A06BC58F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1E28FA3-1C3E-0B0B-4C2C-F717459A5E3D}"/>
              </a:ext>
            </a:extLst>
          </p:cNvPr>
          <p:cNvGrpSpPr/>
          <p:nvPr/>
        </p:nvGrpSpPr>
        <p:grpSpPr>
          <a:xfrm>
            <a:off x="830866" y="87715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A92533B-3C70-19D5-6337-250DAAF585C4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A92533B-3C70-19D5-6337-250DAAF585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7118854-4DDC-F734-87AE-0769131B0F7B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7118854-4DDC-F734-87AE-0769131B0F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C81FA9-F583-B7FA-0193-3A793D43D723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C81FA9-F583-B7FA-0193-3A793D43D7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C624F68-3037-A0FB-EB51-0604D0DAEB17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C624F68-3037-A0FB-EB51-0604D0DAEB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A9DB62C-F35C-BAB6-8D9C-38FF3DC2F057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A9DB62C-F35C-BAB6-8D9C-38FF3DC2F0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F067A4E-1D25-BE34-A4B8-684769BC88AD}"/>
              </a:ext>
            </a:extLst>
          </p:cNvPr>
          <p:cNvGrpSpPr/>
          <p:nvPr/>
        </p:nvGrpSpPr>
        <p:grpSpPr>
          <a:xfrm>
            <a:off x="435046" y="4059117"/>
            <a:ext cx="618120" cy="882360"/>
            <a:chOff x="399783" y="1017577"/>
            <a:chExt cx="6181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BE278F7-8C0E-8C31-44E0-A75EF99AD45C}"/>
                    </a:ext>
                  </a:extLst>
                </p14:cNvPr>
                <p14:cNvContentPartPr/>
                <p14:nvPr/>
              </p14:nvContentPartPr>
              <p14:xfrm>
                <a:off x="465303" y="1017577"/>
                <a:ext cx="408960" cy="311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BE278F7-8C0E-8C31-44E0-A75EF99AD45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183" y="1011457"/>
                  <a:ext cx="4212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6B2E813-9363-8571-DAB5-D23A116E3529}"/>
                    </a:ext>
                  </a:extLst>
                </p14:cNvPr>
                <p14:cNvContentPartPr/>
                <p14:nvPr/>
              </p14:nvContentPartPr>
              <p14:xfrm>
                <a:off x="662583" y="1328257"/>
                <a:ext cx="355320" cy="149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6B2E813-9363-8571-DAB5-D23A116E35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3" y="1322137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BD56A6E-7F27-41A2-492D-4FAE620D85D7}"/>
                    </a:ext>
                  </a:extLst>
                </p14:cNvPr>
                <p14:cNvContentPartPr/>
                <p14:nvPr/>
              </p14:nvContentPartPr>
              <p14:xfrm>
                <a:off x="399783" y="1466137"/>
                <a:ext cx="230400" cy="9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BD56A6E-7F27-41A2-492D-4FAE620D85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3663" y="1460017"/>
                  <a:ext cx="242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DD836DF-ACE1-7603-ACB3-2B56F0A427B5}"/>
                    </a:ext>
                  </a:extLst>
                </p14:cNvPr>
                <p14:cNvContentPartPr/>
                <p14:nvPr/>
              </p14:nvContentPartPr>
              <p14:xfrm>
                <a:off x="469263" y="1500697"/>
                <a:ext cx="169560" cy="399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DD836DF-ACE1-7603-ACB3-2B56F0A427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3143" y="1494577"/>
                  <a:ext cx="1818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AEF7879-5FFF-EB1F-D943-65246C0AD92E}"/>
                    </a:ext>
                  </a:extLst>
                </p14:cNvPr>
                <p14:cNvContentPartPr/>
                <p14:nvPr/>
              </p14:nvContentPartPr>
              <p14:xfrm>
                <a:off x="681663" y="1475137"/>
                <a:ext cx="229680" cy="382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AEF7879-5FFF-EB1F-D943-65246C0AD9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5543" y="1469017"/>
                  <a:ext cx="241920" cy="39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AF02F60-91B7-A08F-2503-0FEB8FED6950}"/>
                  </a:ext>
                </a:extLst>
              </p14:cNvPr>
              <p14:cNvContentPartPr/>
              <p14:nvPr/>
            </p14:nvContentPartPr>
            <p14:xfrm>
              <a:off x="1797699" y="1102415"/>
              <a:ext cx="408960" cy="3117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AF02F60-91B7-A08F-2503-0FEB8FED69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1579" y="109629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DC687012-766F-0454-95AC-A2805B7DB2F6}"/>
                  </a:ext>
                </a:extLst>
              </p14:cNvPr>
              <p14:cNvContentPartPr/>
              <p14:nvPr/>
            </p14:nvContentPartPr>
            <p14:xfrm>
              <a:off x="1994979" y="1413095"/>
              <a:ext cx="355320" cy="1497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DC687012-766F-0454-95AC-A2805B7DB2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8859" y="140697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A1ABD26-8D09-DFF3-2A1B-B0713FBBDE61}"/>
                  </a:ext>
                </a:extLst>
              </p14:cNvPr>
              <p14:cNvContentPartPr/>
              <p14:nvPr/>
            </p14:nvContentPartPr>
            <p14:xfrm>
              <a:off x="1732179" y="1550975"/>
              <a:ext cx="230400" cy="9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A1ABD26-8D09-DFF3-2A1B-B0713FBBDE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26059" y="1544855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A79F609-0E85-10BB-A6FA-2F7EC109D915}"/>
                  </a:ext>
                </a:extLst>
              </p14:cNvPr>
              <p14:cNvContentPartPr/>
              <p14:nvPr/>
            </p14:nvContentPartPr>
            <p14:xfrm>
              <a:off x="1801659" y="1585535"/>
              <a:ext cx="169560" cy="3992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A79F609-0E85-10BB-A6FA-2F7EC109D9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5539" y="157941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DBD35DE6-B0E5-73F5-367A-78532E2AA3C7}"/>
                  </a:ext>
                </a:extLst>
              </p14:cNvPr>
              <p14:cNvContentPartPr/>
              <p14:nvPr/>
            </p14:nvContentPartPr>
            <p14:xfrm>
              <a:off x="2014059" y="1559975"/>
              <a:ext cx="229680" cy="3823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DBD35DE6-B0E5-73F5-367A-78532E2AA3C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7939" y="155385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BB0845F-5DFB-DC6F-47F1-D57914CB3AAE}"/>
                  </a:ext>
                </a:extLst>
              </p14:cNvPr>
              <p14:cNvContentPartPr/>
              <p14:nvPr/>
            </p14:nvContentPartPr>
            <p14:xfrm>
              <a:off x="1770519" y="2156135"/>
              <a:ext cx="408960" cy="311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BB0845F-5DFB-DC6F-47F1-D57914CB3A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64399" y="215001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4934EEDC-5780-4C30-A0F8-4459D31338CF}"/>
                  </a:ext>
                </a:extLst>
              </p14:cNvPr>
              <p14:cNvContentPartPr/>
              <p14:nvPr/>
            </p14:nvContentPartPr>
            <p14:xfrm>
              <a:off x="1967799" y="2466815"/>
              <a:ext cx="355320" cy="149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4934EEDC-5780-4C30-A0F8-4459D31338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1679" y="246069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3675178-D08F-B600-541A-B5BBF378722C}"/>
                  </a:ext>
                </a:extLst>
              </p14:cNvPr>
              <p14:cNvContentPartPr/>
              <p14:nvPr/>
            </p14:nvContentPartPr>
            <p14:xfrm>
              <a:off x="1774479" y="2639255"/>
              <a:ext cx="169560" cy="3992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3675178-D08F-B600-541A-B5BBF37872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68359" y="263313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6B74AC1-29A6-5ADD-944F-A3DCFCD5D122}"/>
                  </a:ext>
                </a:extLst>
              </p14:cNvPr>
              <p14:cNvContentPartPr/>
              <p14:nvPr/>
            </p14:nvContentPartPr>
            <p14:xfrm>
              <a:off x="1986879" y="2613695"/>
              <a:ext cx="229680" cy="3823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6B74AC1-29A6-5ADD-944F-A3DCFCD5D1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80759" y="260757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65AA689-A419-885F-3056-2812C5FD9BF8}"/>
                  </a:ext>
                </a:extLst>
              </p14:cNvPr>
              <p14:cNvContentPartPr/>
              <p14:nvPr/>
            </p14:nvContentPartPr>
            <p14:xfrm>
              <a:off x="1797699" y="3190895"/>
              <a:ext cx="408960" cy="3117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65AA689-A419-885F-3056-2812C5FD9B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1579" y="318477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AC85A8C-1494-0F30-2A88-1BD769EA0D39}"/>
                  </a:ext>
                </a:extLst>
              </p14:cNvPr>
              <p14:cNvContentPartPr/>
              <p14:nvPr/>
            </p14:nvContentPartPr>
            <p14:xfrm>
              <a:off x="1994979" y="3501575"/>
              <a:ext cx="355320" cy="149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AC85A8C-1494-0F30-2A88-1BD769EA0D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8859" y="349545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E279197-ED9C-5B24-0A40-F87E82EA2233}"/>
                  </a:ext>
                </a:extLst>
              </p14:cNvPr>
              <p14:cNvContentPartPr/>
              <p14:nvPr/>
            </p14:nvContentPartPr>
            <p14:xfrm>
              <a:off x="1801659" y="3674015"/>
              <a:ext cx="169560" cy="3992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E279197-ED9C-5B24-0A40-F87E82EA22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5539" y="366789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B869593-DF4C-E014-AB88-917EDA1CAABC}"/>
                  </a:ext>
                </a:extLst>
              </p14:cNvPr>
              <p14:cNvContentPartPr/>
              <p14:nvPr/>
            </p14:nvContentPartPr>
            <p14:xfrm>
              <a:off x="2014059" y="3648455"/>
              <a:ext cx="229680" cy="3823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B869593-DF4C-E014-AB88-917EDA1CAA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7939" y="364233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5630BF39-0739-3231-B069-1495139DC5D4}"/>
                  </a:ext>
                </a:extLst>
              </p14:cNvPr>
              <p14:cNvContentPartPr/>
              <p14:nvPr/>
            </p14:nvContentPartPr>
            <p14:xfrm>
              <a:off x="1963119" y="5171632"/>
              <a:ext cx="408960" cy="3117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5630BF39-0739-3231-B069-1495139DC5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6999" y="516551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D75EA52-A725-7106-2E37-3E285A057292}"/>
                  </a:ext>
                </a:extLst>
              </p14:cNvPr>
              <p14:cNvContentPartPr/>
              <p14:nvPr/>
            </p14:nvContentPartPr>
            <p14:xfrm>
              <a:off x="2160399" y="5482312"/>
              <a:ext cx="355320" cy="1497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D75EA52-A725-7106-2E37-3E285A0572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4279" y="547619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382DFAF-EF01-E8A5-60C2-0CC224B37A68}"/>
                  </a:ext>
                </a:extLst>
              </p14:cNvPr>
              <p14:cNvContentPartPr/>
              <p14:nvPr/>
            </p14:nvContentPartPr>
            <p14:xfrm>
              <a:off x="1897599" y="5620192"/>
              <a:ext cx="230400" cy="93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382DFAF-EF01-E8A5-60C2-0CC224B37A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1479" y="561407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CD072F9-9F16-751F-A269-697E1DAEB40D}"/>
                  </a:ext>
                </a:extLst>
              </p14:cNvPr>
              <p14:cNvContentPartPr/>
              <p14:nvPr/>
            </p14:nvContentPartPr>
            <p14:xfrm>
              <a:off x="1967079" y="5654752"/>
              <a:ext cx="169560" cy="3992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CD072F9-9F16-751F-A269-697E1DAEB4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0959" y="564863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6DD48E5-F5C1-B8AE-A19A-7D3AD95A5480}"/>
                  </a:ext>
                </a:extLst>
              </p14:cNvPr>
              <p14:cNvContentPartPr/>
              <p14:nvPr/>
            </p14:nvContentPartPr>
            <p14:xfrm>
              <a:off x="2179479" y="5629192"/>
              <a:ext cx="229680" cy="3823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6DD48E5-F5C1-B8AE-A19A-7D3AD95A548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73359" y="562307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C564E15-E43E-3CC0-D755-0507676CE0C5}"/>
                  </a:ext>
                </a:extLst>
              </p14:cNvPr>
              <p14:cNvContentPartPr/>
              <p14:nvPr/>
            </p14:nvContentPartPr>
            <p14:xfrm>
              <a:off x="2441640" y="4220512"/>
              <a:ext cx="408960" cy="3117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C564E15-E43E-3CC0-D755-0507676CE0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5520" y="421439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9C1B046A-41BA-EDF1-D94F-0AC845C0117E}"/>
                  </a:ext>
                </a:extLst>
              </p14:cNvPr>
              <p14:cNvContentPartPr/>
              <p14:nvPr/>
            </p14:nvContentPartPr>
            <p14:xfrm>
              <a:off x="2638920" y="4531192"/>
              <a:ext cx="355320" cy="1497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9C1B046A-41BA-EDF1-D94F-0AC845C011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32800" y="452507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05ED9A93-AEE3-28C5-F01D-B3B97BD1585A}"/>
                  </a:ext>
                </a:extLst>
              </p14:cNvPr>
              <p14:cNvContentPartPr/>
              <p14:nvPr/>
            </p14:nvContentPartPr>
            <p14:xfrm>
              <a:off x="2376120" y="4669072"/>
              <a:ext cx="230400" cy="9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05ED9A93-AEE3-28C5-F01D-B3B97BD158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0000" y="466295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7218CFB5-4C00-5DAA-C771-E9757ADC63E2}"/>
                  </a:ext>
                </a:extLst>
              </p14:cNvPr>
              <p14:cNvContentPartPr/>
              <p14:nvPr/>
            </p14:nvContentPartPr>
            <p14:xfrm>
              <a:off x="2445600" y="4703632"/>
              <a:ext cx="169560" cy="3992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7218CFB5-4C00-5DAA-C771-E9757ADC63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39480" y="469751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87924D1-4642-E316-7CB5-187B53C3FDA3}"/>
                  </a:ext>
                </a:extLst>
              </p14:cNvPr>
              <p14:cNvContentPartPr/>
              <p14:nvPr/>
            </p14:nvContentPartPr>
            <p14:xfrm>
              <a:off x="2658000" y="4678072"/>
              <a:ext cx="229680" cy="382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87924D1-4642-E316-7CB5-187B53C3FDA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1880" y="467195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809FE0D8-9DFB-4303-6645-DFEB6E73B93E}"/>
                  </a:ext>
                </a:extLst>
              </p14:cNvPr>
              <p14:cNvContentPartPr/>
              <p14:nvPr/>
            </p14:nvContentPartPr>
            <p14:xfrm>
              <a:off x="1797699" y="5570872"/>
              <a:ext cx="408960" cy="3117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809FE0D8-9DFB-4303-6645-DFEB6E73B9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1579" y="556475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FD80412-37F3-A9BB-59B8-224297DBB96B}"/>
                  </a:ext>
                </a:extLst>
              </p14:cNvPr>
              <p14:cNvContentPartPr/>
              <p14:nvPr/>
            </p14:nvContentPartPr>
            <p14:xfrm>
              <a:off x="1994979" y="5881552"/>
              <a:ext cx="355320" cy="1497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FD80412-37F3-A9BB-59B8-224297DBB9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8859" y="587543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E2E40670-33FB-C132-F773-CFF8F72F9B7B}"/>
                  </a:ext>
                </a:extLst>
              </p14:cNvPr>
              <p14:cNvContentPartPr/>
              <p14:nvPr/>
            </p14:nvContentPartPr>
            <p14:xfrm>
              <a:off x="2014059" y="6028432"/>
              <a:ext cx="229680" cy="3823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E2E40670-33FB-C132-F773-CFF8F72F9B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07939" y="602231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1474BF4-9E98-59E5-F9D4-392F642CDDB6}"/>
                  </a:ext>
                </a:extLst>
              </p14:cNvPr>
              <p14:cNvContentPartPr/>
              <p14:nvPr/>
            </p14:nvContentPartPr>
            <p14:xfrm>
              <a:off x="1859542" y="4437475"/>
              <a:ext cx="229680" cy="38232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1474BF4-9E98-59E5-F9D4-392F642CDD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53422" y="443135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714927E-9339-6659-67BF-E60FD576BFEC}"/>
                  </a:ext>
                </a:extLst>
              </p14:cNvPr>
              <p14:cNvContentPartPr/>
              <p14:nvPr/>
            </p14:nvContentPartPr>
            <p14:xfrm>
              <a:off x="2210979" y="1469542"/>
              <a:ext cx="408960" cy="3117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714927E-9339-6659-67BF-E60FD576BF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4859" y="146342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E69E632-34C1-0812-7914-F9E011F4F7CE}"/>
                  </a:ext>
                </a:extLst>
              </p14:cNvPr>
              <p14:cNvContentPartPr/>
              <p14:nvPr/>
            </p14:nvContentPartPr>
            <p14:xfrm>
              <a:off x="2408259" y="1780222"/>
              <a:ext cx="355320" cy="1497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E69E632-34C1-0812-7914-F9E011F4F7C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2139" y="177410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9760136A-4AB3-B985-D4BD-2BBF33809D9C}"/>
                  </a:ext>
                </a:extLst>
              </p14:cNvPr>
              <p14:cNvContentPartPr/>
              <p14:nvPr/>
            </p14:nvContentPartPr>
            <p14:xfrm>
              <a:off x="2145459" y="1918102"/>
              <a:ext cx="230400" cy="93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9760136A-4AB3-B985-D4BD-2BBF33809D9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9339" y="191198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5887BA37-117E-CB53-7883-5D3D16690240}"/>
                  </a:ext>
                </a:extLst>
              </p14:cNvPr>
              <p14:cNvContentPartPr/>
              <p14:nvPr/>
            </p14:nvContentPartPr>
            <p14:xfrm>
              <a:off x="2214939" y="1952662"/>
              <a:ext cx="169560" cy="3992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5887BA37-117E-CB53-7883-5D3D166902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08819" y="194654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5A1B6CDA-1002-E348-EFA8-D15DD4E5A9A7}"/>
                  </a:ext>
                </a:extLst>
              </p14:cNvPr>
              <p14:cNvContentPartPr/>
              <p14:nvPr/>
            </p14:nvContentPartPr>
            <p14:xfrm>
              <a:off x="2427339" y="1927102"/>
              <a:ext cx="229680" cy="3823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5A1B6CDA-1002-E348-EFA8-D15DD4E5A9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21219" y="192098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1C845CCC-C150-E9E0-2F8D-41F696132575}"/>
                  </a:ext>
                </a:extLst>
              </p14:cNvPr>
              <p14:cNvContentPartPr/>
              <p14:nvPr/>
            </p14:nvContentPartPr>
            <p14:xfrm>
              <a:off x="2255362" y="2367877"/>
              <a:ext cx="408960" cy="3117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1C845CCC-C150-E9E0-2F8D-41F6961325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9242" y="2361757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CC50798-FF37-A029-2509-AFC0F98393CA}"/>
                  </a:ext>
                </a:extLst>
              </p14:cNvPr>
              <p14:cNvContentPartPr/>
              <p14:nvPr/>
            </p14:nvContentPartPr>
            <p14:xfrm>
              <a:off x="2452642" y="2678557"/>
              <a:ext cx="355320" cy="149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CC50798-FF37-A029-2509-AFC0F98393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6522" y="2672437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E5393336-8BFC-B25D-BDCC-29609DA07183}"/>
                  </a:ext>
                </a:extLst>
              </p14:cNvPr>
              <p14:cNvContentPartPr/>
              <p14:nvPr/>
            </p14:nvContentPartPr>
            <p14:xfrm>
              <a:off x="2189842" y="2816437"/>
              <a:ext cx="230400" cy="936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E5393336-8BFC-B25D-BDCC-29609DA071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83722" y="2810317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D3D13280-5EF3-3E17-4CED-4035F8DCD7C6}"/>
                  </a:ext>
                </a:extLst>
              </p14:cNvPr>
              <p14:cNvContentPartPr/>
              <p14:nvPr/>
            </p14:nvContentPartPr>
            <p14:xfrm>
              <a:off x="2259322" y="2850997"/>
              <a:ext cx="169560" cy="399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D3D13280-5EF3-3E17-4CED-4035F8DCD7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53202" y="2844877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505136A7-CD56-E1A0-ED02-8FD0B025AB7E}"/>
                  </a:ext>
                </a:extLst>
              </p14:cNvPr>
              <p14:cNvContentPartPr/>
              <p14:nvPr/>
            </p14:nvContentPartPr>
            <p14:xfrm>
              <a:off x="2471722" y="2825437"/>
              <a:ext cx="229680" cy="3823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505136A7-CD56-E1A0-ED02-8FD0B025AB7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65602" y="2819317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C99DA08-63DF-E5B3-4FA7-8FF424F6F38C}"/>
                  </a:ext>
                </a:extLst>
              </p14:cNvPr>
              <p14:cNvContentPartPr/>
              <p14:nvPr/>
            </p14:nvContentPartPr>
            <p14:xfrm>
              <a:off x="2307442" y="3272711"/>
              <a:ext cx="408960" cy="3117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C99DA08-63DF-E5B3-4FA7-8FF424F6F3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1322" y="3266591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6A839906-2DC0-47C2-82D3-5C164DC3AB23}"/>
                  </a:ext>
                </a:extLst>
              </p14:cNvPr>
              <p14:cNvContentPartPr/>
              <p14:nvPr/>
            </p14:nvContentPartPr>
            <p14:xfrm>
              <a:off x="2504722" y="3583391"/>
              <a:ext cx="355320" cy="1497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6A839906-2DC0-47C2-82D3-5C164DC3AB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8602" y="3577271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4F18CB7A-ED5E-E250-7CDE-310283DD7E79}"/>
                  </a:ext>
                </a:extLst>
              </p14:cNvPr>
              <p14:cNvContentPartPr/>
              <p14:nvPr/>
            </p14:nvContentPartPr>
            <p14:xfrm>
              <a:off x="2241922" y="3721271"/>
              <a:ext cx="230400" cy="93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4F18CB7A-ED5E-E250-7CDE-310283DD7E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5802" y="3715151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2FC8B5F4-4B59-C71F-844D-66E254182BF2}"/>
                  </a:ext>
                </a:extLst>
              </p14:cNvPr>
              <p14:cNvContentPartPr/>
              <p14:nvPr/>
            </p14:nvContentPartPr>
            <p14:xfrm>
              <a:off x="2311402" y="3755831"/>
              <a:ext cx="169560" cy="3992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2FC8B5F4-4B59-C71F-844D-66E254182B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05282" y="3749711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2D0D17E1-1694-C55C-8901-847A861F4998}"/>
                  </a:ext>
                </a:extLst>
              </p14:cNvPr>
              <p14:cNvContentPartPr/>
              <p14:nvPr/>
            </p14:nvContentPartPr>
            <p14:xfrm>
              <a:off x="2523802" y="3730271"/>
              <a:ext cx="229680" cy="3823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2D0D17E1-1694-C55C-8901-847A861F49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17682" y="3724151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948578D1-5794-1029-BC25-3274AF2A485F}"/>
                  </a:ext>
                </a:extLst>
              </p14:cNvPr>
              <p14:cNvContentPartPr/>
              <p14:nvPr/>
            </p14:nvContentPartPr>
            <p14:xfrm>
              <a:off x="2955828" y="2474195"/>
              <a:ext cx="355320" cy="14976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948578D1-5794-1029-BC25-3274AF2A48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9708" y="246807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931E2047-C7B7-454A-FC5B-A3784E871C08}"/>
                  </a:ext>
                </a:extLst>
              </p14:cNvPr>
              <p14:cNvContentPartPr/>
              <p14:nvPr/>
            </p14:nvContentPartPr>
            <p14:xfrm>
              <a:off x="2693028" y="2612075"/>
              <a:ext cx="230400" cy="936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931E2047-C7B7-454A-FC5B-A3784E871C0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6908" y="2605955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8D05D59-F462-58EA-4616-89316ABF3313}"/>
                  </a:ext>
                </a:extLst>
              </p14:cNvPr>
              <p14:cNvContentPartPr/>
              <p14:nvPr/>
            </p14:nvContentPartPr>
            <p14:xfrm>
              <a:off x="2762508" y="2646635"/>
              <a:ext cx="169560" cy="39924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8D05D59-F462-58EA-4616-89316ABF33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56388" y="264051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EFED068C-607B-08DF-DF0C-18FF8114F554}"/>
                  </a:ext>
                </a:extLst>
              </p14:cNvPr>
              <p14:cNvContentPartPr/>
              <p14:nvPr/>
            </p14:nvContentPartPr>
            <p14:xfrm>
              <a:off x="2399439" y="5619369"/>
              <a:ext cx="408960" cy="3117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EFED068C-607B-08DF-DF0C-18FF8114F5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3319" y="5613249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B6538977-9CE3-4F22-8854-E0E95D887596}"/>
                  </a:ext>
                </a:extLst>
              </p14:cNvPr>
              <p14:cNvContentPartPr/>
              <p14:nvPr/>
            </p14:nvContentPartPr>
            <p14:xfrm>
              <a:off x="2596719" y="5930049"/>
              <a:ext cx="355320" cy="1497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B6538977-9CE3-4F22-8854-E0E95D8875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0599" y="5923929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9CC08E2E-0E63-C40C-745E-CAE8137D537C}"/>
                  </a:ext>
                </a:extLst>
              </p14:cNvPr>
              <p14:cNvContentPartPr/>
              <p14:nvPr/>
            </p14:nvContentPartPr>
            <p14:xfrm>
              <a:off x="2333919" y="6067929"/>
              <a:ext cx="230400" cy="93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9CC08E2E-0E63-C40C-745E-CAE8137D53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7799" y="6061809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992D3E7-E1BF-B14B-B987-332B415BB993}"/>
                  </a:ext>
                </a:extLst>
              </p14:cNvPr>
              <p14:cNvContentPartPr/>
              <p14:nvPr/>
            </p14:nvContentPartPr>
            <p14:xfrm>
              <a:off x="2403399" y="6102489"/>
              <a:ext cx="169560" cy="3992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992D3E7-E1BF-B14B-B987-332B415BB9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7279" y="6096369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9B65F7A-08F0-E436-E5A7-59DDA5EF0491}"/>
                  </a:ext>
                </a:extLst>
              </p14:cNvPr>
              <p14:cNvContentPartPr/>
              <p14:nvPr/>
            </p14:nvContentPartPr>
            <p14:xfrm>
              <a:off x="2615799" y="6076929"/>
              <a:ext cx="229680" cy="3823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9B65F7A-08F0-E436-E5A7-59DDA5EF04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09679" y="6070809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713D596-6647-7677-6F2D-E9915564ADA0}"/>
                  </a:ext>
                </a:extLst>
              </p14:cNvPr>
              <p14:cNvContentPartPr/>
              <p14:nvPr/>
            </p14:nvContentPartPr>
            <p14:xfrm>
              <a:off x="2627379" y="4771037"/>
              <a:ext cx="408960" cy="3117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713D596-6647-7677-6F2D-E9915564AD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1259" y="4764917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148A28B-70E5-1100-4651-B4598BDB8614}"/>
                  </a:ext>
                </a:extLst>
              </p14:cNvPr>
              <p14:cNvContentPartPr/>
              <p14:nvPr/>
            </p14:nvContentPartPr>
            <p14:xfrm>
              <a:off x="2824659" y="5081717"/>
              <a:ext cx="355320" cy="1497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148A28B-70E5-1100-4651-B4598BDB86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8539" y="5075597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391E3260-08C0-BB19-C4DF-D5584F7D7739}"/>
                  </a:ext>
                </a:extLst>
              </p14:cNvPr>
              <p14:cNvContentPartPr/>
              <p14:nvPr/>
            </p14:nvContentPartPr>
            <p14:xfrm>
              <a:off x="2561859" y="5219597"/>
              <a:ext cx="230400" cy="936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391E3260-08C0-BB19-C4DF-D5584F7D77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5739" y="5213477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E9513BAD-9251-51C7-FA61-9E35C4F6E11E}"/>
                  </a:ext>
                </a:extLst>
              </p14:cNvPr>
              <p14:cNvContentPartPr/>
              <p14:nvPr/>
            </p14:nvContentPartPr>
            <p14:xfrm>
              <a:off x="2631339" y="5254157"/>
              <a:ext cx="169560" cy="39924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E9513BAD-9251-51C7-FA61-9E35C4F6E1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25219" y="5248037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4CE237A-41B5-7A53-9051-33658303200B}"/>
                  </a:ext>
                </a:extLst>
              </p14:cNvPr>
              <p14:cNvContentPartPr/>
              <p14:nvPr/>
            </p14:nvContentPartPr>
            <p14:xfrm>
              <a:off x="2843739" y="5228597"/>
              <a:ext cx="229680" cy="3823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4CE237A-41B5-7A53-9051-33658303200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37619" y="5222477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28EFED04-C532-6A17-4ECE-D4F8CE3CFC5B}"/>
                  </a:ext>
                </a:extLst>
              </p14:cNvPr>
              <p14:cNvContentPartPr/>
              <p14:nvPr/>
            </p14:nvContentPartPr>
            <p14:xfrm>
              <a:off x="2290800" y="1303462"/>
              <a:ext cx="169560" cy="399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28EFED04-C532-6A17-4ECE-D4F8CE3CFC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84680" y="129734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E2A7F9A9-F821-5711-3549-9A83A1D31D96}"/>
                  </a:ext>
                </a:extLst>
              </p14:cNvPr>
              <p14:cNvContentPartPr/>
              <p14:nvPr/>
            </p14:nvContentPartPr>
            <p14:xfrm>
              <a:off x="1889139" y="612653"/>
              <a:ext cx="355320" cy="1497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E2A7F9A9-F821-5711-3549-9A83A1D31D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3019" y="606533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CAD4ED04-BFD0-BA1B-24D2-16A24D93DA46}"/>
                  </a:ext>
                </a:extLst>
              </p14:cNvPr>
              <p14:cNvContentPartPr/>
              <p14:nvPr/>
            </p14:nvContentPartPr>
            <p14:xfrm>
              <a:off x="1908219" y="759533"/>
              <a:ext cx="229680" cy="38232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CAD4ED04-BFD0-BA1B-24D2-16A24D93DA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02099" y="753413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2B8C2C08-038C-4F11-DBAC-B698B777D1E0}"/>
                  </a:ext>
                </a:extLst>
              </p14:cNvPr>
              <p14:cNvContentPartPr/>
              <p14:nvPr/>
            </p14:nvContentPartPr>
            <p14:xfrm>
              <a:off x="2865108" y="3779332"/>
              <a:ext cx="408960" cy="3117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2B8C2C08-038C-4F11-DBAC-B698B777D1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8988" y="377321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09B960E1-EE0C-5B81-0417-6EEB4C2F316B}"/>
                  </a:ext>
                </a:extLst>
              </p14:cNvPr>
              <p14:cNvContentPartPr/>
              <p14:nvPr/>
            </p14:nvContentPartPr>
            <p14:xfrm>
              <a:off x="3062388" y="4090012"/>
              <a:ext cx="355320" cy="1497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09B960E1-EE0C-5B81-0417-6EEB4C2F31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6268" y="408389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7CD2B5EA-284D-1070-920D-609D7B856073}"/>
                  </a:ext>
                </a:extLst>
              </p14:cNvPr>
              <p14:cNvContentPartPr/>
              <p14:nvPr/>
            </p14:nvContentPartPr>
            <p14:xfrm>
              <a:off x="2799588" y="4227892"/>
              <a:ext cx="230400" cy="936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7CD2B5EA-284D-1070-920D-609D7B8560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93468" y="422177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A3A4C07D-7CB6-65F7-985A-59D5A5EEBC23}"/>
                  </a:ext>
                </a:extLst>
              </p14:cNvPr>
              <p14:cNvContentPartPr/>
              <p14:nvPr/>
            </p14:nvContentPartPr>
            <p14:xfrm>
              <a:off x="2869068" y="4262452"/>
              <a:ext cx="169560" cy="39924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A3A4C07D-7CB6-65F7-985A-59D5A5EEBC2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2948" y="425633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C6D9F1A-0F27-0A37-86F3-CC835412D181}"/>
                  </a:ext>
                </a:extLst>
              </p14:cNvPr>
              <p14:cNvContentPartPr/>
              <p14:nvPr/>
            </p14:nvContentPartPr>
            <p14:xfrm>
              <a:off x="3081468" y="4236892"/>
              <a:ext cx="229680" cy="3823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C6D9F1A-0F27-0A37-86F3-CC835412D18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75348" y="423077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E3A05066-CDC3-FD70-28AA-836F0763792D}"/>
                  </a:ext>
                </a:extLst>
              </p14:cNvPr>
              <p14:cNvContentPartPr/>
              <p14:nvPr/>
            </p14:nvContentPartPr>
            <p14:xfrm>
              <a:off x="2818848" y="3020297"/>
              <a:ext cx="408960" cy="3117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E3A05066-CDC3-FD70-28AA-836F07637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2728" y="3014177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9A7162C9-3135-A721-3286-35D3D8571DFE}"/>
                  </a:ext>
                </a:extLst>
              </p14:cNvPr>
              <p14:cNvContentPartPr/>
              <p14:nvPr/>
            </p14:nvContentPartPr>
            <p14:xfrm>
              <a:off x="3016128" y="3330977"/>
              <a:ext cx="355320" cy="1497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9A7162C9-3135-A721-3286-35D3D8571D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0008" y="3324857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038C3E6-1F5F-9C8C-7298-EC881C3880D6}"/>
                  </a:ext>
                </a:extLst>
              </p14:cNvPr>
              <p14:cNvContentPartPr/>
              <p14:nvPr/>
            </p14:nvContentPartPr>
            <p14:xfrm>
              <a:off x="2753328" y="3468857"/>
              <a:ext cx="230400" cy="93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038C3E6-1F5F-9C8C-7298-EC881C3880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7208" y="3462737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2CF6811A-B782-F692-FA59-6C6EA4C6E1DC}"/>
                  </a:ext>
                </a:extLst>
              </p14:cNvPr>
              <p14:cNvContentPartPr/>
              <p14:nvPr/>
            </p14:nvContentPartPr>
            <p14:xfrm>
              <a:off x="2822808" y="3503417"/>
              <a:ext cx="169560" cy="3992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2CF6811A-B782-F692-FA59-6C6EA4C6E1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16688" y="3497297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11928D2-0745-5496-30A4-391CCE53B858}"/>
                  </a:ext>
                </a:extLst>
              </p14:cNvPr>
              <p14:cNvContentPartPr/>
              <p14:nvPr/>
            </p14:nvContentPartPr>
            <p14:xfrm>
              <a:off x="3035208" y="3477857"/>
              <a:ext cx="229680" cy="38232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11928D2-0745-5496-30A4-391CCE53B8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29088" y="3471737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E3EBAE6-7C17-E4EB-AE36-49395958703C}"/>
                  </a:ext>
                </a:extLst>
              </p14:cNvPr>
              <p14:cNvContentPartPr/>
              <p14:nvPr/>
            </p14:nvContentPartPr>
            <p14:xfrm>
              <a:off x="1832962" y="4143955"/>
              <a:ext cx="408960" cy="311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E3EBAE6-7C17-E4EB-AE36-4939595870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6842" y="413783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EF91BF8-F319-4979-31C0-EB1C3D4A3F9A}"/>
                  </a:ext>
                </a:extLst>
              </p14:cNvPr>
              <p14:cNvContentPartPr/>
              <p14:nvPr/>
            </p14:nvContentPartPr>
            <p14:xfrm>
              <a:off x="2030242" y="4454635"/>
              <a:ext cx="355320" cy="14976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EF91BF8-F319-4979-31C0-EB1C3D4A3F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122" y="444851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E1DE0D7-EA75-F97C-8DB8-77C71921A2C8}"/>
                  </a:ext>
                </a:extLst>
              </p14:cNvPr>
              <p14:cNvContentPartPr/>
              <p14:nvPr/>
            </p14:nvContentPartPr>
            <p14:xfrm>
              <a:off x="1767442" y="4592515"/>
              <a:ext cx="230400" cy="93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E1DE0D7-EA75-F97C-8DB8-77C71921A2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61322" y="4586395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9CE1EA5D-E492-B5A1-F98B-18D02C05E53C}"/>
                  </a:ext>
                </a:extLst>
              </p14:cNvPr>
              <p14:cNvContentPartPr/>
              <p14:nvPr/>
            </p14:nvContentPartPr>
            <p14:xfrm>
              <a:off x="1836922" y="4627075"/>
              <a:ext cx="169560" cy="3992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9CE1EA5D-E492-B5A1-F98B-18D02C05E5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30802" y="462095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40C2AA34-D9FD-9FDA-EFCA-AC7611C1A40F}"/>
                  </a:ext>
                </a:extLst>
              </p14:cNvPr>
              <p14:cNvContentPartPr/>
              <p14:nvPr/>
            </p14:nvContentPartPr>
            <p14:xfrm>
              <a:off x="2049322" y="4601515"/>
              <a:ext cx="229680" cy="3823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40C2AA34-D9FD-9FDA-EFCA-AC7611C1A4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3202" y="459539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955D6A7-2663-BD1C-7E5A-C43B80324478}"/>
                  </a:ext>
                </a:extLst>
              </p14:cNvPr>
              <p14:cNvContentPartPr/>
              <p14:nvPr/>
            </p14:nvContentPartPr>
            <p14:xfrm>
              <a:off x="2806155" y="1099895"/>
              <a:ext cx="408960" cy="311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955D6A7-2663-BD1C-7E5A-C43B803244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035" y="109377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15CB20B-0F1B-63BD-A642-D005EF20F8AC}"/>
                  </a:ext>
                </a:extLst>
              </p14:cNvPr>
              <p14:cNvContentPartPr/>
              <p14:nvPr/>
            </p14:nvContentPartPr>
            <p14:xfrm>
              <a:off x="3003435" y="1410575"/>
              <a:ext cx="355320" cy="149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15CB20B-0F1B-63BD-A642-D005EF20F8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7315" y="140445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EC70C17E-535B-8581-0F85-689843DE770D}"/>
                  </a:ext>
                </a:extLst>
              </p14:cNvPr>
              <p14:cNvContentPartPr/>
              <p14:nvPr/>
            </p14:nvContentPartPr>
            <p14:xfrm>
              <a:off x="2740635" y="1548455"/>
              <a:ext cx="230400" cy="93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EC70C17E-535B-8581-0F85-689843DE77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4515" y="1542335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2B6FD643-7EDD-BDA0-C0AA-47BB35666308}"/>
                  </a:ext>
                </a:extLst>
              </p14:cNvPr>
              <p14:cNvContentPartPr/>
              <p14:nvPr/>
            </p14:nvContentPartPr>
            <p14:xfrm>
              <a:off x="2810115" y="1583015"/>
              <a:ext cx="169560" cy="39924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2B6FD643-7EDD-BDA0-C0AA-47BB356663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03995" y="157689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A348524D-11EB-D35B-1DBD-EEBDBD5FD379}"/>
                  </a:ext>
                </a:extLst>
              </p14:cNvPr>
              <p14:cNvContentPartPr/>
              <p14:nvPr/>
            </p14:nvContentPartPr>
            <p14:xfrm>
              <a:off x="3022515" y="1557455"/>
              <a:ext cx="229680" cy="38232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A348524D-11EB-D35B-1DBD-EEBDBD5FD37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6395" y="155133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75E4B07-CA36-DFD6-22DF-31C3879043F6}"/>
                  </a:ext>
                </a:extLst>
              </p14:cNvPr>
              <p14:cNvContentPartPr/>
              <p14:nvPr/>
            </p14:nvContentPartPr>
            <p14:xfrm>
              <a:off x="2778975" y="2153615"/>
              <a:ext cx="408960" cy="3117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75E4B07-CA36-DFD6-22DF-31C3879043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72855" y="214749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1DC2B39-EEFE-04DA-3D00-7D36C2B61C57}"/>
                  </a:ext>
                </a:extLst>
              </p14:cNvPr>
              <p14:cNvContentPartPr/>
              <p14:nvPr/>
            </p14:nvContentPartPr>
            <p14:xfrm>
              <a:off x="2976255" y="2464295"/>
              <a:ext cx="355320" cy="1497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1DC2B39-EEFE-04DA-3D00-7D36C2B61C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0135" y="245817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DB4D31F0-1C3B-68B6-19D0-C0BD51C99DBD}"/>
                  </a:ext>
                </a:extLst>
              </p14:cNvPr>
              <p14:cNvContentPartPr/>
              <p14:nvPr/>
            </p14:nvContentPartPr>
            <p14:xfrm>
              <a:off x="2782935" y="2636735"/>
              <a:ext cx="169560" cy="39924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DB4D31F0-1C3B-68B6-19D0-C0BD51C99DB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76815" y="263061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DF7D738-4877-B375-5451-54F6A02ED0DB}"/>
                  </a:ext>
                </a:extLst>
              </p14:cNvPr>
              <p14:cNvContentPartPr/>
              <p14:nvPr/>
            </p14:nvContentPartPr>
            <p14:xfrm>
              <a:off x="2995335" y="2611175"/>
              <a:ext cx="229680" cy="3823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DF7D738-4877-B375-5451-54F6A02ED0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89215" y="260505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BE19822-5EB5-2807-F01F-B14CB6430DCE}"/>
                  </a:ext>
                </a:extLst>
              </p14:cNvPr>
              <p14:cNvContentPartPr/>
              <p14:nvPr/>
            </p14:nvContentPartPr>
            <p14:xfrm>
              <a:off x="2806155" y="3188375"/>
              <a:ext cx="408960" cy="3117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BE19822-5EB5-2807-F01F-B14CB6430D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035" y="318225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EC030C8F-5D8C-602E-D6CC-8244BBB5CCD9}"/>
                  </a:ext>
                </a:extLst>
              </p14:cNvPr>
              <p14:cNvContentPartPr/>
              <p14:nvPr/>
            </p14:nvContentPartPr>
            <p14:xfrm>
              <a:off x="3003435" y="3499055"/>
              <a:ext cx="355320" cy="1497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EC030C8F-5D8C-602E-D6CC-8244BBB5CC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7315" y="349293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5F1DEC3C-4B0E-B2E7-8A17-A1541DAF951E}"/>
                  </a:ext>
                </a:extLst>
              </p14:cNvPr>
              <p14:cNvContentPartPr/>
              <p14:nvPr/>
            </p14:nvContentPartPr>
            <p14:xfrm>
              <a:off x="2810115" y="3671495"/>
              <a:ext cx="169560" cy="3992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5F1DEC3C-4B0E-B2E7-8A17-A1541DAF95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03995" y="366537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66644B9-C24A-DECC-68DF-BD44C1F47C55}"/>
                  </a:ext>
                </a:extLst>
              </p14:cNvPr>
              <p14:cNvContentPartPr/>
              <p14:nvPr/>
            </p14:nvContentPartPr>
            <p14:xfrm>
              <a:off x="3022515" y="3645935"/>
              <a:ext cx="229680" cy="3823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66644B9-C24A-DECC-68DF-BD44C1F47C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6395" y="363981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B344C1B1-A5BD-2292-6EE3-1D17C4E2A307}"/>
                  </a:ext>
                </a:extLst>
              </p14:cNvPr>
              <p14:cNvContentPartPr/>
              <p14:nvPr/>
            </p14:nvContentPartPr>
            <p14:xfrm>
              <a:off x="2971575" y="5169112"/>
              <a:ext cx="408960" cy="3117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B344C1B1-A5BD-2292-6EE3-1D17C4E2A3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5455" y="516299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9A1542FB-A2FF-F632-6CAB-D1808D21BA79}"/>
                  </a:ext>
                </a:extLst>
              </p14:cNvPr>
              <p14:cNvContentPartPr/>
              <p14:nvPr/>
            </p14:nvContentPartPr>
            <p14:xfrm>
              <a:off x="3168855" y="5479792"/>
              <a:ext cx="355320" cy="1497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9A1542FB-A2FF-F632-6CAB-D1808D21BA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62735" y="547367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76A9166F-A096-B0E4-5E81-8A7B54A7C327}"/>
                  </a:ext>
                </a:extLst>
              </p14:cNvPr>
              <p14:cNvContentPartPr/>
              <p14:nvPr/>
            </p14:nvContentPartPr>
            <p14:xfrm>
              <a:off x="2906055" y="5617672"/>
              <a:ext cx="230400" cy="93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76A9166F-A096-B0E4-5E81-8A7B54A7C3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9935" y="561155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5208538-DA4F-F2D6-9B49-1DFE9B4C1E9E}"/>
                  </a:ext>
                </a:extLst>
              </p14:cNvPr>
              <p14:cNvContentPartPr/>
              <p14:nvPr/>
            </p14:nvContentPartPr>
            <p14:xfrm>
              <a:off x="2975535" y="5652232"/>
              <a:ext cx="169560" cy="3992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5208538-DA4F-F2D6-9B49-1DFE9B4C1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69415" y="564611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CE397F2-111A-E98F-D564-5365E4320313}"/>
                  </a:ext>
                </a:extLst>
              </p14:cNvPr>
              <p14:cNvContentPartPr/>
              <p14:nvPr/>
            </p14:nvContentPartPr>
            <p14:xfrm>
              <a:off x="3187935" y="5626672"/>
              <a:ext cx="229680" cy="38232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CE397F2-111A-E98F-D564-5365E43203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81815" y="562055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B84DB657-5FBA-6F1C-5999-623D157B1E05}"/>
                  </a:ext>
                </a:extLst>
              </p14:cNvPr>
              <p14:cNvContentPartPr/>
              <p14:nvPr/>
            </p14:nvContentPartPr>
            <p14:xfrm>
              <a:off x="3450096" y="4217992"/>
              <a:ext cx="408960" cy="3117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B84DB657-5FBA-6F1C-5999-623D157B1E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3976" y="421187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6CD57C4E-5707-5A35-B3B2-E9327D2BD352}"/>
                  </a:ext>
                </a:extLst>
              </p14:cNvPr>
              <p14:cNvContentPartPr/>
              <p14:nvPr/>
            </p14:nvContentPartPr>
            <p14:xfrm>
              <a:off x="3647376" y="4528672"/>
              <a:ext cx="355320" cy="1497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6CD57C4E-5707-5A35-B3B2-E9327D2BD3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41256" y="452255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52FC4F1-C07C-E9A8-7B89-A62495345061}"/>
                  </a:ext>
                </a:extLst>
              </p14:cNvPr>
              <p14:cNvContentPartPr/>
              <p14:nvPr/>
            </p14:nvContentPartPr>
            <p14:xfrm>
              <a:off x="3384576" y="4666552"/>
              <a:ext cx="230400" cy="93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52FC4F1-C07C-E9A8-7B89-A624953450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78456" y="466043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2897E253-34FC-3FFA-E383-F9B849DE1196}"/>
                  </a:ext>
                </a:extLst>
              </p14:cNvPr>
              <p14:cNvContentPartPr/>
              <p14:nvPr/>
            </p14:nvContentPartPr>
            <p14:xfrm>
              <a:off x="3454056" y="4701112"/>
              <a:ext cx="169560" cy="3992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2897E253-34FC-3FFA-E383-F9B849DE11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47936" y="469499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7F302A5E-D3C3-4834-0C95-84259103F192}"/>
                  </a:ext>
                </a:extLst>
              </p14:cNvPr>
              <p14:cNvContentPartPr/>
              <p14:nvPr/>
            </p14:nvContentPartPr>
            <p14:xfrm>
              <a:off x="3666456" y="4675552"/>
              <a:ext cx="229680" cy="3823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7F302A5E-D3C3-4834-0C95-84259103F1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60336" y="466943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7FD1C98B-65FB-A8DD-C607-0E6E4028495E}"/>
                  </a:ext>
                </a:extLst>
              </p14:cNvPr>
              <p14:cNvContentPartPr/>
              <p14:nvPr/>
            </p14:nvContentPartPr>
            <p14:xfrm>
              <a:off x="2806155" y="5568352"/>
              <a:ext cx="408960" cy="31176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7FD1C98B-65FB-A8DD-C607-0E6E402849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0035" y="556223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62D9AD3A-45E9-3EFF-F16B-E88EB5A86C8E}"/>
                  </a:ext>
                </a:extLst>
              </p14:cNvPr>
              <p14:cNvContentPartPr/>
              <p14:nvPr/>
            </p14:nvContentPartPr>
            <p14:xfrm>
              <a:off x="3003435" y="5879032"/>
              <a:ext cx="355320" cy="1497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62D9AD3A-45E9-3EFF-F16B-E88EB5A86C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7315" y="587291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80FB0320-332A-2AAA-70E1-4819E4F1AF3D}"/>
                  </a:ext>
                </a:extLst>
              </p14:cNvPr>
              <p14:cNvContentPartPr/>
              <p14:nvPr/>
            </p14:nvContentPartPr>
            <p14:xfrm>
              <a:off x="3022515" y="6025912"/>
              <a:ext cx="229680" cy="38232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80FB0320-332A-2AAA-70E1-4819E4F1AF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16395" y="601979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467E50C1-9F7C-C00B-6F41-FE5823067E4E}"/>
                  </a:ext>
                </a:extLst>
              </p14:cNvPr>
              <p14:cNvContentPartPr/>
              <p14:nvPr/>
            </p14:nvContentPartPr>
            <p14:xfrm>
              <a:off x="2867998" y="4434955"/>
              <a:ext cx="229680" cy="38232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467E50C1-9F7C-C00B-6F41-FE5823067E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61878" y="4428835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0C09631B-6342-9D96-A320-B7D38E8C9E1D}"/>
                  </a:ext>
                </a:extLst>
              </p14:cNvPr>
              <p14:cNvContentPartPr/>
              <p14:nvPr/>
            </p14:nvContentPartPr>
            <p14:xfrm>
              <a:off x="3219435" y="1467022"/>
              <a:ext cx="408960" cy="3117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0C09631B-6342-9D96-A320-B7D38E8C9E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3315" y="146090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C32DEC7-85B3-E4ED-37C8-A6EBDE12CA65}"/>
                  </a:ext>
                </a:extLst>
              </p14:cNvPr>
              <p14:cNvContentPartPr/>
              <p14:nvPr/>
            </p14:nvContentPartPr>
            <p14:xfrm>
              <a:off x="3416715" y="1777702"/>
              <a:ext cx="355320" cy="1497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C32DEC7-85B3-E4ED-37C8-A6EBDE12CA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0595" y="177158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A8C107CC-E0E7-CA58-CC10-99D97B0F246D}"/>
                  </a:ext>
                </a:extLst>
              </p14:cNvPr>
              <p14:cNvContentPartPr/>
              <p14:nvPr/>
            </p14:nvContentPartPr>
            <p14:xfrm>
              <a:off x="3153915" y="1915582"/>
              <a:ext cx="230400" cy="936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A8C107CC-E0E7-CA58-CC10-99D97B0F24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47795" y="190946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F736053E-A47A-E4B5-2AD0-1770244BFE62}"/>
                  </a:ext>
                </a:extLst>
              </p14:cNvPr>
              <p14:cNvContentPartPr/>
              <p14:nvPr/>
            </p14:nvContentPartPr>
            <p14:xfrm>
              <a:off x="3223395" y="1950142"/>
              <a:ext cx="169560" cy="39924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F736053E-A47A-E4B5-2AD0-1770244BFE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17275" y="194402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F03245FB-2CD0-8028-F54A-0724FC9ED6A1}"/>
                  </a:ext>
                </a:extLst>
              </p14:cNvPr>
              <p14:cNvContentPartPr/>
              <p14:nvPr/>
            </p14:nvContentPartPr>
            <p14:xfrm>
              <a:off x="3435795" y="1924582"/>
              <a:ext cx="229680" cy="3823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F03245FB-2CD0-8028-F54A-0724FC9ED6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29675" y="191846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34998441-AEA3-BA68-D4FC-DE4E5052D4E3}"/>
                  </a:ext>
                </a:extLst>
              </p14:cNvPr>
              <p14:cNvContentPartPr/>
              <p14:nvPr/>
            </p14:nvContentPartPr>
            <p14:xfrm>
              <a:off x="3263818" y="2365357"/>
              <a:ext cx="408960" cy="31176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34998441-AEA3-BA68-D4FC-DE4E5052D4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7698" y="2359237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48AB9057-7DA0-8F76-7D12-91A9DF066998}"/>
                  </a:ext>
                </a:extLst>
              </p14:cNvPr>
              <p14:cNvContentPartPr/>
              <p14:nvPr/>
            </p14:nvContentPartPr>
            <p14:xfrm>
              <a:off x="3461098" y="2676037"/>
              <a:ext cx="355320" cy="1497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48AB9057-7DA0-8F76-7D12-91A9DF0669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4978" y="2669917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91C3E502-028F-656A-EE4E-86270D208C11}"/>
                  </a:ext>
                </a:extLst>
              </p14:cNvPr>
              <p14:cNvContentPartPr/>
              <p14:nvPr/>
            </p14:nvContentPartPr>
            <p14:xfrm>
              <a:off x="3198298" y="2813917"/>
              <a:ext cx="230400" cy="93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91C3E502-028F-656A-EE4E-86270D208C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2178" y="2807797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EEC7B20-C24C-CBB3-F840-602BEAEDFA25}"/>
                  </a:ext>
                </a:extLst>
              </p14:cNvPr>
              <p14:cNvContentPartPr/>
              <p14:nvPr/>
            </p14:nvContentPartPr>
            <p14:xfrm>
              <a:off x="3267778" y="2848477"/>
              <a:ext cx="169560" cy="3992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EEC7B20-C24C-CBB3-F840-602BEAEDFA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61658" y="2842357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0A6D2D6-1B6D-D628-545F-D2A5B6B6D113}"/>
                  </a:ext>
                </a:extLst>
              </p14:cNvPr>
              <p14:cNvContentPartPr/>
              <p14:nvPr/>
            </p14:nvContentPartPr>
            <p14:xfrm>
              <a:off x="3480178" y="2822917"/>
              <a:ext cx="229680" cy="3823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0A6D2D6-1B6D-D628-545F-D2A5B6B6D1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4058" y="2816797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BB28B114-DAA3-E2BD-5BB5-C340DFE0ED32}"/>
                  </a:ext>
                </a:extLst>
              </p14:cNvPr>
              <p14:cNvContentPartPr/>
              <p14:nvPr/>
            </p14:nvContentPartPr>
            <p14:xfrm>
              <a:off x="3315898" y="3270191"/>
              <a:ext cx="408960" cy="3117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BB28B114-DAA3-E2BD-5BB5-C340DFE0ED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9778" y="3264071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F9C8F56-B8AF-DC04-5E20-C1BAA1C50EE1}"/>
                  </a:ext>
                </a:extLst>
              </p14:cNvPr>
              <p14:cNvContentPartPr/>
              <p14:nvPr/>
            </p14:nvContentPartPr>
            <p14:xfrm>
              <a:off x="3513178" y="3580871"/>
              <a:ext cx="355320" cy="14976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F9C8F56-B8AF-DC04-5E20-C1BAA1C50E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7058" y="3574751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7639769C-7215-F4CA-EF43-4CE58C7B13F3}"/>
                  </a:ext>
                </a:extLst>
              </p14:cNvPr>
              <p14:cNvContentPartPr/>
              <p14:nvPr/>
            </p14:nvContentPartPr>
            <p14:xfrm>
              <a:off x="3250378" y="3718751"/>
              <a:ext cx="230400" cy="93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7639769C-7215-F4CA-EF43-4CE58C7B13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4258" y="3712631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3AF120E-3833-58C6-0216-982D9C154AC0}"/>
                  </a:ext>
                </a:extLst>
              </p14:cNvPr>
              <p14:cNvContentPartPr/>
              <p14:nvPr/>
            </p14:nvContentPartPr>
            <p14:xfrm>
              <a:off x="3319858" y="3753311"/>
              <a:ext cx="169560" cy="39924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3AF120E-3833-58C6-0216-982D9C154A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13738" y="3747191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9DC12288-FB31-013A-7733-6596BB97C9F2}"/>
                  </a:ext>
                </a:extLst>
              </p14:cNvPr>
              <p14:cNvContentPartPr/>
              <p14:nvPr/>
            </p14:nvContentPartPr>
            <p14:xfrm>
              <a:off x="3532258" y="3727751"/>
              <a:ext cx="229680" cy="3823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9DC12288-FB31-013A-7733-6596BB97C9F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26138" y="3721631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C2637117-C077-6285-ED8D-E575C95F2B3E}"/>
                  </a:ext>
                </a:extLst>
              </p14:cNvPr>
              <p14:cNvContentPartPr/>
              <p14:nvPr/>
            </p14:nvContentPartPr>
            <p14:xfrm>
              <a:off x="3964284" y="2471675"/>
              <a:ext cx="355320" cy="1497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C2637117-C077-6285-ED8D-E575C95F2B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8164" y="246555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789AADDF-2AEC-9362-FAC1-4AD161C92D28}"/>
                  </a:ext>
                </a:extLst>
              </p14:cNvPr>
              <p14:cNvContentPartPr/>
              <p14:nvPr/>
            </p14:nvContentPartPr>
            <p14:xfrm>
              <a:off x="3701484" y="2609555"/>
              <a:ext cx="230400" cy="93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789AADDF-2AEC-9362-FAC1-4AD161C92D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5364" y="2603435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52A452AF-01A2-8A02-D3C9-A2FD2AE0C122}"/>
                  </a:ext>
                </a:extLst>
              </p14:cNvPr>
              <p14:cNvContentPartPr/>
              <p14:nvPr/>
            </p14:nvContentPartPr>
            <p14:xfrm>
              <a:off x="3770964" y="2644115"/>
              <a:ext cx="169560" cy="3992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52A452AF-01A2-8A02-D3C9-A2FD2AE0C1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64844" y="263799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610E5ECF-00C6-EB59-FB40-2D5A0A480BD0}"/>
                  </a:ext>
                </a:extLst>
              </p14:cNvPr>
              <p14:cNvContentPartPr/>
              <p14:nvPr/>
            </p14:nvContentPartPr>
            <p14:xfrm>
              <a:off x="3407895" y="5616849"/>
              <a:ext cx="408960" cy="3117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610E5ECF-00C6-EB59-FB40-2D5A0A480B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1775" y="5610729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0B79966D-AC2D-05DA-AB9A-C46A1614CF45}"/>
                  </a:ext>
                </a:extLst>
              </p14:cNvPr>
              <p14:cNvContentPartPr/>
              <p14:nvPr/>
            </p14:nvContentPartPr>
            <p14:xfrm>
              <a:off x="3605175" y="5927529"/>
              <a:ext cx="355320" cy="14976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0B79966D-AC2D-05DA-AB9A-C46A1614CF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99055" y="5921409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7EFEF13D-6E34-9C53-5C83-263DE506D555}"/>
                  </a:ext>
                </a:extLst>
              </p14:cNvPr>
              <p14:cNvContentPartPr/>
              <p14:nvPr/>
            </p14:nvContentPartPr>
            <p14:xfrm>
              <a:off x="3342375" y="6065409"/>
              <a:ext cx="230400" cy="93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7EFEF13D-6E34-9C53-5C83-263DE506D5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6255" y="6059289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B11BC17-6BC9-C83D-B3C6-90BC57638921}"/>
                  </a:ext>
                </a:extLst>
              </p14:cNvPr>
              <p14:cNvContentPartPr/>
              <p14:nvPr/>
            </p14:nvContentPartPr>
            <p14:xfrm>
              <a:off x="3411855" y="6099969"/>
              <a:ext cx="169560" cy="39924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B11BC17-6BC9-C83D-B3C6-90BC576389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05735" y="6093849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5CE33FEC-AE7A-987C-1856-48E2C094EE94}"/>
                  </a:ext>
                </a:extLst>
              </p14:cNvPr>
              <p14:cNvContentPartPr/>
              <p14:nvPr/>
            </p14:nvContentPartPr>
            <p14:xfrm>
              <a:off x="3624255" y="6074409"/>
              <a:ext cx="229680" cy="38232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5CE33FEC-AE7A-987C-1856-48E2C094EE9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18135" y="6068289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0B8E2B0A-B5BE-1DB2-D3F3-90FAB59AF080}"/>
                  </a:ext>
                </a:extLst>
              </p14:cNvPr>
              <p14:cNvContentPartPr/>
              <p14:nvPr/>
            </p14:nvContentPartPr>
            <p14:xfrm>
              <a:off x="3635835" y="4768517"/>
              <a:ext cx="408960" cy="31176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0B8E2B0A-B5BE-1DB2-D3F3-90FAB59AF0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9715" y="4762397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E270B52C-9E0F-F375-D43E-0405B2D13AC9}"/>
                  </a:ext>
                </a:extLst>
              </p14:cNvPr>
              <p14:cNvContentPartPr/>
              <p14:nvPr/>
            </p14:nvContentPartPr>
            <p14:xfrm>
              <a:off x="3833115" y="5079197"/>
              <a:ext cx="355320" cy="14976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E270B52C-9E0F-F375-D43E-0405B2D13A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6995" y="5073077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BE5ADD93-A8FD-F188-B0B8-A36F8E6DBC7C}"/>
                  </a:ext>
                </a:extLst>
              </p14:cNvPr>
              <p14:cNvContentPartPr/>
              <p14:nvPr/>
            </p14:nvContentPartPr>
            <p14:xfrm>
              <a:off x="3570315" y="5217077"/>
              <a:ext cx="230400" cy="936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BE5ADD93-A8FD-F188-B0B8-A36F8E6DBC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64195" y="5210957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7A003371-C37C-AFBF-90B7-02667EB74DDA}"/>
                  </a:ext>
                </a:extLst>
              </p14:cNvPr>
              <p14:cNvContentPartPr/>
              <p14:nvPr/>
            </p14:nvContentPartPr>
            <p14:xfrm>
              <a:off x="3639795" y="5251637"/>
              <a:ext cx="169560" cy="3992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7A003371-C37C-AFBF-90B7-02667EB74D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33675" y="5245517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3FD1D2C5-287C-9E03-BAF7-6DFD86FEFCD6}"/>
                  </a:ext>
                </a:extLst>
              </p14:cNvPr>
              <p14:cNvContentPartPr/>
              <p14:nvPr/>
            </p14:nvContentPartPr>
            <p14:xfrm>
              <a:off x="3852195" y="5226077"/>
              <a:ext cx="229680" cy="38232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3FD1D2C5-287C-9E03-BAF7-6DFD86FEFC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46075" y="5219957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66F20D3E-A6FE-37B6-0027-0CB3ACA01A6C}"/>
                  </a:ext>
                </a:extLst>
              </p14:cNvPr>
              <p14:cNvContentPartPr/>
              <p14:nvPr/>
            </p14:nvContentPartPr>
            <p14:xfrm>
              <a:off x="3299256" y="1300942"/>
              <a:ext cx="169560" cy="39924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66F20D3E-A6FE-37B6-0027-0CB3ACA01A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93136" y="129482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4D07AAAD-DF1B-DF28-6AAA-85E089D279FE}"/>
                  </a:ext>
                </a:extLst>
              </p14:cNvPr>
              <p14:cNvContentPartPr/>
              <p14:nvPr/>
            </p14:nvContentPartPr>
            <p14:xfrm>
              <a:off x="2897595" y="610133"/>
              <a:ext cx="355320" cy="1497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4D07AAAD-DF1B-DF28-6AAA-85E089D279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91475" y="604013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E7420EE-3881-3075-AADB-F595F5CDA1DD}"/>
                  </a:ext>
                </a:extLst>
              </p14:cNvPr>
              <p14:cNvContentPartPr/>
              <p14:nvPr/>
            </p14:nvContentPartPr>
            <p14:xfrm>
              <a:off x="2916675" y="757013"/>
              <a:ext cx="229680" cy="38232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E7420EE-3881-3075-AADB-F595F5CDA1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10555" y="750893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B587CB60-673C-7D05-DD18-7149456E91AB}"/>
                  </a:ext>
                </a:extLst>
              </p14:cNvPr>
              <p14:cNvContentPartPr/>
              <p14:nvPr/>
            </p14:nvContentPartPr>
            <p14:xfrm>
              <a:off x="3873564" y="3776812"/>
              <a:ext cx="408960" cy="3117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B587CB60-673C-7D05-DD18-7149456E91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7444" y="3770692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5089DF4F-A9AF-0511-D16E-7B15D9185078}"/>
                  </a:ext>
                </a:extLst>
              </p14:cNvPr>
              <p14:cNvContentPartPr/>
              <p14:nvPr/>
            </p14:nvContentPartPr>
            <p14:xfrm>
              <a:off x="4070844" y="4087492"/>
              <a:ext cx="355320" cy="1497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5089DF4F-A9AF-0511-D16E-7B15D91850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4724" y="4081372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587AAEF5-6DB9-D8CF-642C-8CE4D5B426E6}"/>
                  </a:ext>
                </a:extLst>
              </p14:cNvPr>
              <p14:cNvContentPartPr/>
              <p14:nvPr/>
            </p14:nvContentPartPr>
            <p14:xfrm>
              <a:off x="3808044" y="4225372"/>
              <a:ext cx="230400" cy="93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587AAEF5-6DB9-D8CF-642C-8CE4D5B426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01924" y="4219252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0F647BD-740F-7027-15A2-B944707619B9}"/>
                  </a:ext>
                </a:extLst>
              </p14:cNvPr>
              <p14:cNvContentPartPr/>
              <p14:nvPr/>
            </p14:nvContentPartPr>
            <p14:xfrm>
              <a:off x="3877524" y="4259932"/>
              <a:ext cx="169560" cy="39924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0F647BD-740F-7027-15A2-B944707619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71404" y="4253812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37E21388-BE66-856E-05FD-7CC952189A25}"/>
                  </a:ext>
                </a:extLst>
              </p14:cNvPr>
              <p14:cNvContentPartPr/>
              <p14:nvPr/>
            </p14:nvContentPartPr>
            <p14:xfrm>
              <a:off x="4089924" y="4234372"/>
              <a:ext cx="229680" cy="38232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37E21388-BE66-856E-05FD-7CC952189A2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83804" y="4228252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EDFAC5FA-B47B-5B3A-5934-94AAF9F9F671}"/>
                  </a:ext>
                </a:extLst>
              </p14:cNvPr>
              <p14:cNvContentPartPr/>
              <p14:nvPr/>
            </p14:nvContentPartPr>
            <p14:xfrm>
              <a:off x="3827304" y="3017777"/>
              <a:ext cx="408960" cy="31176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EDFAC5FA-B47B-5B3A-5934-94AAF9F9F6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1184" y="3011657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C658484F-75CC-D4FC-6FEE-96CCFFA6ECE9}"/>
                  </a:ext>
                </a:extLst>
              </p14:cNvPr>
              <p14:cNvContentPartPr/>
              <p14:nvPr/>
            </p14:nvContentPartPr>
            <p14:xfrm>
              <a:off x="4024584" y="3328457"/>
              <a:ext cx="355320" cy="1497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C658484F-75CC-D4FC-6FEE-96CCFFA6EC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8464" y="3322337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D5E1A7A2-5369-6979-2137-F82F73565F6F}"/>
                  </a:ext>
                </a:extLst>
              </p14:cNvPr>
              <p14:cNvContentPartPr/>
              <p14:nvPr/>
            </p14:nvContentPartPr>
            <p14:xfrm>
              <a:off x="3761784" y="3466337"/>
              <a:ext cx="230400" cy="93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D5E1A7A2-5369-6979-2137-F82F73565F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55664" y="3460217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3B0FD9C0-EFC1-0AE6-14CC-8A4274288991}"/>
                  </a:ext>
                </a:extLst>
              </p14:cNvPr>
              <p14:cNvContentPartPr/>
              <p14:nvPr/>
            </p14:nvContentPartPr>
            <p14:xfrm>
              <a:off x="3831264" y="3500897"/>
              <a:ext cx="169560" cy="3992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3B0FD9C0-EFC1-0AE6-14CC-8A42742889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5144" y="3494777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6DF3055F-37C9-A976-CC83-0F186983572E}"/>
                  </a:ext>
                </a:extLst>
              </p14:cNvPr>
              <p14:cNvContentPartPr/>
              <p14:nvPr/>
            </p14:nvContentPartPr>
            <p14:xfrm>
              <a:off x="4043664" y="3475337"/>
              <a:ext cx="229680" cy="3823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6DF3055F-37C9-A976-CC83-0F186983572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37544" y="3469217"/>
                <a:ext cx="24192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94B396FB-57E4-C7E1-8096-5BB754270926}"/>
                  </a:ext>
                </a:extLst>
              </p14:cNvPr>
              <p14:cNvContentPartPr/>
              <p14:nvPr/>
            </p14:nvContentPartPr>
            <p14:xfrm>
              <a:off x="2841418" y="4141435"/>
              <a:ext cx="408960" cy="31176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94B396FB-57E4-C7E1-8096-5BB7542709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5298" y="4135315"/>
                <a:ext cx="4212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F7FBC3C5-233A-5DCE-EAD2-F8C4D98C91F5}"/>
                  </a:ext>
                </a:extLst>
              </p14:cNvPr>
              <p14:cNvContentPartPr/>
              <p14:nvPr/>
            </p14:nvContentPartPr>
            <p14:xfrm>
              <a:off x="3038698" y="4452115"/>
              <a:ext cx="355320" cy="14976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F7FBC3C5-233A-5DCE-EAD2-F8C4D98C91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2578" y="4445995"/>
                <a:ext cx="367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0B426E1B-89B2-C045-21B6-F5BBB34D4A96}"/>
                  </a:ext>
                </a:extLst>
              </p14:cNvPr>
              <p14:cNvContentPartPr/>
              <p14:nvPr/>
            </p14:nvContentPartPr>
            <p14:xfrm>
              <a:off x="2775898" y="4589995"/>
              <a:ext cx="230400" cy="936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0B426E1B-89B2-C045-21B6-F5BBB34D4A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69778" y="4583875"/>
                <a:ext cx="2426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BBFCDEE6-7BE5-FE7F-DB04-4F39460CC7FF}"/>
                  </a:ext>
                </a:extLst>
              </p14:cNvPr>
              <p14:cNvContentPartPr/>
              <p14:nvPr/>
            </p14:nvContentPartPr>
            <p14:xfrm>
              <a:off x="2845378" y="4624555"/>
              <a:ext cx="169560" cy="39924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BBFCDEE6-7BE5-FE7F-DB04-4F39460CC7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39258" y="4618435"/>
                <a:ext cx="18180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9F7BC08A-05D0-9105-A577-32DF4D64A56A}"/>
                  </a:ext>
                </a:extLst>
              </p14:cNvPr>
              <p14:cNvContentPartPr/>
              <p14:nvPr/>
            </p14:nvContentPartPr>
            <p14:xfrm>
              <a:off x="3057778" y="4598995"/>
              <a:ext cx="229680" cy="3823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9F7BC08A-05D0-9105-A577-32DF4D64A56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51658" y="4592875"/>
                <a:ext cx="241920" cy="39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8" name="Group 307">
            <a:extLst>
              <a:ext uri="{FF2B5EF4-FFF2-40B4-BE49-F238E27FC236}">
                <a16:creationId xmlns:a16="http://schemas.microsoft.com/office/drawing/2014/main" id="{B5B7AD78-AA35-8A3A-155F-C44268F7A2F8}"/>
              </a:ext>
            </a:extLst>
          </p:cNvPr>
          <p:cNvGrpSpPr/>
          <p:nvPr/>
        </p:nvGrpSpPr>
        <p:grpSpPr>
          <a:xfrm>
            <a:off x="1866423" y="223417"/>
            <a:ext cx="1094400" cy="1143720"/>
            <a:chOff x="1866423" y="223417"/>
            <a:chExt cx="1094400" cy="11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604F05E-046F-F938-240A-3FCCB4F6EEC6}"/>
                    </a:ext>
                  </a:extLst>
                </p14:cNvPr>
                <p14:cNvContentPartPr/>
                <p14:nvPr/>
              </p14:nvContentPartPr>
              <p14:xfrm>
                <a:off x="2674623" y="284617"/>
                <a:ext cx="286200" cy="330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604F05E-046F-F938-240A-3FCCB4F6EEC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668503" y="278497"/>
                  <a:ext cx="298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920A2F6-FEB4-9AFC-07AD-278F48B39EE6}"/>
                    </a:ext>
                  </a:extLst>
                </p14:cNvPr>
                <p14:cNvContentPartPr/>
                <p14:nvPr/>
              </p14:nvContentPartPr>
              <p14:xfrm>
                <a:off x="2670663" y="759097"/>
                <a:ext cx="219600" cy="3369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920A2F6-FEB4-9AFC-07AD-278F48B39EE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664543" y="752977"/>
                  <a:ext cx="2318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2D039AD-0C4A-2E82-BE39-D177F2D9734E}"/>
                    </a:ext>
                  </a:extLst>
                </p14:cNvPr>
                <p14:cNvContentPartPr/>
                <p14:nvPr/>
              </p14:nvContentPartPr>
              <p14:xfrm>
                <a:off x="2392743" y="682777"/>
                <a:ext cx="523440" cy="766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2D039AD-0C4A-2E82-BE39-D177F2D9734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86623" y="676657"/>
                  <a:ext cx="535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831F6BF-90DB-4209-6EB6-A506E73D61B0}"/>
                    </a:ext>
                  </a:extLst>
                </p14:cNvPr>
                <p14:cNvContentPartPr/>
                <p14:nvPr/>
              </p14:nvContentPartPr>
              <p14:xfrm>
                <a:off x="2136423" y="223417"/>
                <a:ext cx="385560" cy="3549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831F6BF-90DB-4209-6EB6-A506E73D61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130303" y="217297"/>
                  <a:ext cx="3978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CA67668-6781-AB54-0D5E-AACB05F26F39}"/>
                    </a:ext>
                  </a:extLst>
                </p14:cNvPr>
                <p14:cNvContentPartPr/>
                <p14:nvPr/>
              </p14:nvContentPartPr>
              <p14:xfrm>
                <a:off x="2326863" y="534817"/>
                <a:ext cx="295560" cy="2710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CA67668-6781-AB54-0D5E-AACB05F26F3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320743" y="528697"/>
                  <a:ext cx="3078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3B32446-9E7C-BA8A-B51C-2A21878E189F}"/>
                    </a:ext>
                  </a:extLst>
                </p14:cNvPr>
                <p14:cNvContentPartPr/>
                <p14:nvPr/>
              </p14:nvContentPartPr>
              <p14:xfrm>
                <a:off x="1866423" y="794737"/>
                <a:ext cx="488880" cy="248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3B32446-9E7C-BA8A-B51C-2A21878E18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60303" y="788617"/>
                  <a:ext cx="501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33FE397-F494-E94B-4C36-8E6926A8C75C}"/>
                    </a:ext>
                  </a:extLst>
                </p14:cNvPr>
                <p14:cNvContentPartPr/>
                <p14:nvPr/>
              </p14:nvContentPartPr>
              <p14:xfrm>
                <a:off x="2302023" y="896977"/>
                <a:ext cx="70200" cy="361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33FE397-F494-E94B-4C36-8E6926A8C75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95903" y="890857"/>
                  <a:ext cx="824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547D8D8-472A-B586-A25B-24886922EA51}"/>
                    </a:ext>
                  </a:extLst>
                </p14:cNvPr>
                <p14:cNvContentPartPr/>
                <p14:nvPr/>
              </p14:nvContentPartPr>
              <p14:xfrm>
                <a:off x="2286183" y="827857"/>
                <a:ext cx="454680" cy="5392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547D8D8-472A-B586-A25B-24886922EA5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280063" y="821737"/>
                  <a:ext cx="466920" cy="55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666E7E7-2AA7-A817-9536-1C70C10BD5D5}"/>
              </a:ext>
            </a:extLst>
          </p:cNvPr>
          <p:cNvGrpSpPr/>
          <p:nvPr/>
        </p:nvGrpSpPr>
        <p:grpSpPr>
          <a:xfrm>
            <a:off x="7148703" y="3122497"/>
            <a:ext cx="1245240" cy="1945080"/>
            <a:chOff x="7148703" y="3122497"/>
            <a:chExt cx="1245240" cy="19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59A0744-6626-B905-99AE-EC72EDF9D74A}"/>
                    </a:ext>
                  </a:extLst>
                </p14:cNvPr>
                <p14:cNvContentPartPr/>
                <p14:nvPr/>
              </p14:nvContentPartPr>
              <p14:xfrm>
                <a:off x="7650543" y="3122497"/>
                <a:ext cx="606960" cy="613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59A0744-6626-B905-99AE-EC72EDF9D7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44423" y="3116377"/>
                  <a:ext cx="61920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1730A96-AA62-A953-3871-4B1B3F0262EB}"/>
                    </a:ext>
                  </a:extLst>
                </p14:cNvPr>
                <p14:cNvContentPartPr/>
                <p14:nvPr/>
              </p14:nvContentPartPr>
              <p14:xfrm>
                <a:off x="7824783" y="3353617"/>
                <a:ext cx="32400" cy="23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1730A96-AA62-A953-3871-4B1B3F0262E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18663" y="3347497"/>
                  <a:ext cx="44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6B6C7A3-AE3C-692A-7184-55A03E747DDB}"/>
                    </a:ext>
                  </a:extLst>
                </p14:cNvPr>
                <p14:cNvContentPartPr/>
                <p14:nvPr/>
              </p14:nvContentPartPr>
              <p14:xfrm>
                <a:off x="8031063" y="3341737"/>
                <a:ext cx="34920" cy="55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6B6C7A3-AE3C-692A-7184-55A03E747DD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024943" y="3335617"/>
                  <a:ext cx="47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2C7B7FA-84F7-2DD1-B1D2-123023B0B76E}"/>
                    </a:ext>
                  </a:extLst>
                </p14:cNvPr>
                <p14:cNvContentPartPr/>
                <p14:nvPr/>
              </p14:nvContentPartPr>
              <p14:xfrm>
                <a:off x="7944663" y="3467737"/>
                <a:ext cx="9000" cy="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2C7B7FA-84F7-2DD1-B1D2-123023B0B76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38543" y="3461617"/>
                  <a:ext cx="21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EDC76D0-0736-A53C-EC6B-94451C558A2B}"/>
                    </a:ext>
                  </a:extLst>
                </p14:cNvPr>
                <p14:cNvContentPartPr/>
                <p14:nvPr/>
              </p14:nvContentPartPr>
              <p14:xfrm>
                <a:off x="7798143" y="3500497"/>
                <a:ext cx="303840" cy="1508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EDC76D0-0736-A53C-EC6B-94451C558A2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792023" y="3494377"/>
                  <a:ext cx="316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808B963-A92B-073D-A4A0-DD9E16FE9FA5}"/>
                    </a:ext>
                  </a:extLst>
                </p14:cNvPr>
                <p14:cNvContentPartPr/>
                <p14:nvPr/>
              </p14:nvContentPartPr>
              <p14:xfrm>
                <a:off x="7875903" y="3514177"/>
                <a:ext cx="77400" cy="759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808B963-A92B-073D-A4A0-DD9E16FE9FA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869783" y="3508057"/>
                  <a:ext cx="89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F35E90D-65F9-D0BE-9FBF-7C86B3D1D124}"/>
                    </a:ext>
                  </a:extLst>
                </p14:cNvPr>
                <p14:cNvContentPartPr/>
                <p14:nvPr/>
              </p14:nvContentPartPr>
              <p14:xfrm>
                <a:off x="7996503" y="3494737"/>
                <a:ext cx="73440" cy="698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F35E90D-65F9-D0BE-9FBF-7C86B3D1D12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90383" y="3488617"/>
                  <a:ext cx="85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140DC00-BF14-206B-674E-2ABC572184CD}"/>
                    </a:ext>
                  </a:extLst>
                </p14:cNvPr>
                <p14:cNvContentPartPr/>
                <p14:nvPr/>
              </p14:nvContentPartPr>
              <p14:xfrm>
                <a:off x="7944663" y="3769417"/>
                <a:ext cx="423720" cy="5641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140DC00-BF14-206B-674E-2ABC572184C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38543" y="3763297"/>
                  <a:ext cx="4359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436B052-586C-1F94-9DAD-97B953B2F9FC}"/>
                    </a:ext>
                  </a:extLst>
                </p14:cNvPr>
                <p14:cNvContentPartPr/>
                <p14:nvPr/>
              </p14:nvContentPartPr>
              <p14:xfrm>
                <a:off x="7148703" y="3755017"/>
                <a:ext cx="830880" cy="5065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436B052-586C-1F94-9DAD-97B953B2F9F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142583" y="3748897"/>
                  <a:ext cx="8431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3383218-F006-740E-175C-661310A6ED12}"/>
                    </a:ext>
                  </a:extLst>
                </p14:cNvPr>
                <p14:cNvContentPartPr/>
                <p14:nvPr/>
              </p14:nvContentPartPr>
              <p14:xfrm>
                <a:off x="7713183" y="4312657"/>
                <a:ext cx="257400" cy="7549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3383218-F006-740E-175C-661310A6ED1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07063" y="4306537"/>
                  <a:ext cx="26964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F607674-A196-6727-762B-A674980478B8}"/>
                    </a:ext>
                  </a:extLst>
                </p14:cNvPr>
                <p14:cNvContentPartPr/>
                <p14:nvPr/>
              </p14:nvContentPartPr>
              <p14:xfrm>
                <a:off x="8082903" y="4330297"/>
                <a:ext cx="311040" cy="667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F607674-A196-6727-762B-A674980478B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076783" y="4324177"/>
                  <a:ext cx="323280" cy="68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4FD8318-26FC-3491-A3B9-C76ECC969CBC}"/>
              </a:ext>
            </a:extLst>
          </p:cNvPr>
          <p:cNvGrpSpPr/>
          <p:nvPr/>
        </p:nvGrpSpPr>
        <p:grpSpPr>
          <a:xfrm>
            <a:off x="7785183" y="2243017"/>
            <a:ext cx="2168280" cy="630000"/>
            <a:chOff x="7785183" y="2243017"/>
            <a:chExt cx="216828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A05CCA7-8101-3F8B-A3BA-DAF9ECFCE0FA}"/>
                    </a:ext>
                  </a:extLst>
                </p14:cNvPr>
                <p14:cNvContentPartPr/>
                <p14:nvPr/>
              </p14:nvContentPartPr>
              <p14:xfrm>
                <a:off x="7785183" y="2328697"/>
                <a:ext cx="108360" cy="1494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A05CCA7-8101-3F8B-A3BA-DAF9ECFCE0F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779063" y="2322577"/>
                  <a:ext cx="120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89C2DAB2-4A7B-D84E-800F-3A926656181F}"/>
                    </a:ext>
                  </a:extLst>
                </p14:cNvPr>
                <p14:cNvContentPartPr/>
                <p14:nvPr/>
              </p14:nvContentPartPr>
              <p14:xfrm>
                <a:off x="7944663" y="2328697"/>
                <a:ext cx="9000" cy="5173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89C2DAB2-4A7B-D84E-800F-3A926656181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938543" y="2322577"/>
                  <a:ext cx="212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C2EF92B6-8541-8197-7F8C-608BC8F026C4}"/>
                    </a:ext>
                  </a:extLst>
                </p14:cNvPr>
                <p14:cNvContentPartPr/>
                <p14:nvPr/>
              </p14:nvContentPartPr>
              <p14:xfrm>
                <a:off x="7893183" y="2823697"/>
                <a:ext cx="199440" cy="493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C2EF92B6-8541-8197-7F8C-608BC8F026C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887063" y="2817577"/>
                  <a:ext cx="211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E235255-6576-EC37-A0E3-B955424EFFBD}"/>
                    </a:ext>
                  </a:extLst>
                </p14:cNvPr>
                <p14:cNvContentPartPr/>
                <p14:nvPr/>
              </p14:nvContentPartPr>
              <p14:xfrm>
                <a:off x="8315823" y="2673937"/>
                <a:ext cx="17640" cy="126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E235255-6576-EC37-A0E3-B955424EFFB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309703" y="2667817"/>
                  <a:ext cx="29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83B1C36-20AC-FB9F-E5CA-CEAD9E601D73}"/>
                    </a:ext>
                  </a:extLst>
                </p14:cNvPr>
                <p14:cNvContentPartPr/>
                <p14:nvPr/>
              </p14:nvContentPartPr>
              <p14:xfrm>
                <a:off x="8332743" y="2603737"/>
                <a:ext cx="360" cy="18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83B1C36-20AC-FB9F-E5CA-CEAD9E601D7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326623" y="259761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597869B-0875-DD99-8905-C1BA4BA33527}"/>
                    </a:ext>
                  </a:extLst>
                </p14:cNvPr>
                <p14:cNvContentPartPr/>
                <p14:nvPr/>
              </p14:nvContentPartPr>
              <p14:xfrm>
                <a:off x="8411223" y="2651257"/>
                <a:ext cx="97560" cy="195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597869B-0875-DD99-8905-C1BA4BA3352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405103" y="2645137"/>
                  <a:ext cx="1098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F09769A1-FC87-4AB1-1A91-EA1740D48985}"/>
                    </a:ext>
                  </a:extLst>
                </p14:cNvPr>
                <p14:cNvContentPartPr/>
                <p14:nvPr/>
              </p14:nvContentPartPr>
              <p14:xfrm>
                <a:off x="8596983" y="2417617"/>
                <a:ext cx="131040" cy="3808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F09769A1-FC87-4AB1-1A91-EA1740D4898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590863" y="2411497"/>
                  <a:ext cx="1432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CB6E834-A6A9-F4BE-0306-93B2E22CF379}"/>
                    </a:ext>
                  </a:extLst>
                </p14:cNvPr>
                <p14:cNvContentPartPr/>
                <p14:nvPr/>
              </p14:nvContentPartPr>
              <p14:xfrm>
                <a:off x="8609223" y="2630737"/>
                <a:ext cx="191160" cy="3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CB6E834-A6A9-F4BE-0306-93B2E22CF37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03103" y="2624617"/>
                  <a:ext cx="203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060D330-7BD2-BFC7-13D7-ABF2F9AE0D5A}"/>
                    </a:ext>
                  </a:extLst>
                </p14:cNvPr>
                <p14:cNvContentPartPr/>
                <p14:nvPr/>
              </p14:nvContentPartPr>
              <p14:xfrm>
                <a:off x="8830623" y="2621737"/>
                <a:ext cx="126000" cy="1663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060D330-7BD2-BFC7-13D7-ABF2F9AE0D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824503" y="2615617"/>
                  <a:ext cx="138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BC02821-3AF4-5530-0FB0-85FEE6632A27}"/>
                    </a:ext>
                  </a:extLst>
                </p14:cNvPr>
                <p14:cNvContentPartPr/>
                <p14:nvPr/>
              </p14:nvContentPartPr>
              <p14:xfrm>
                <a:off x="9050943" y="2605177"/>
                <a:ext cx="86760" cy="1540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BC02821-3AF4-5530-0FB0-85FEE6632A2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044823" y="2599057"/>
                  <a:ext cx="99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875E9AF-3F52-9516-6029-966F6648795C}"/>
                    </a:ext>
                  </a:extLst>
                </p14:cNvPr>
                <p14:cNvContentPartPr/>
                <p14:nvPr/>
              </p14:nvContentPartPr>
              <p14:xfrm>
                <a:off x="9264423" y="2389177"/>
                <a:ext cx="51480" cy="3880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875E9AF-3F52-9516-6029-966F6648795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58303" y="2383057"/>
                  <a:ext cx="637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81890A8-A386-B650-72A4-74DC09D58819}"/>
                    </a:ext>
                  </a:extLst>
                </p14:cNvPr>
                <p14:cNvContentPartPr/>
                <p14:nvPr/>
              </p14:nvContentPartPr>
              <p14:xfrm>
                <a:off x="9230223" y="2596177"/>
                <a:ext cx="200520" cy="180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81890A8-A386-B650-72A4-74DC09D5881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24103" y="2590057"/>
                  <a:ext cx="212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80BF221-238A-3467-CB1A-EAB99E157B15}"/>
                    </a:ext>
                  </a:extLst>
                </p14:cNvPr>
                <p14:cNvContentPartPr/>
                <p14:nvPr/>
              </p14:nvContentPartPr>
              <p14:xfrm>
                <a:off x="9454503" y="2575297"/>
                <a:ext cx="294120" cy="1594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80BF221-238A-3467-CB1A-EAB99E157B1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48383" y="2569177"/>
                  <a:ext cx="306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B4B6A40-10BD-D33D-FDC1-02D510B29CCC}"/>
                    </a:ext>
                  </a:extLst>
                </p14:cNvPr>
                <p14:cNvContentPartPr/>
                <p14:nvPr/>
              </p14:nvContentPartPr>
              <p14:xfrm>
                <a:off x="9799743" y="2243017"/>
                <a:ext cx="153720" cy="4658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B4B6A40-10BD-D33D-FDC1-02D510B29CC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93623" y="2236897"/>
                  <a:ext cx="165960" cy="47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933AE057-20D9-24AA-0660-B43444078AE5}"/>
              </a:ext>
            </a:extLst>
          </p:cNvPr>
          <p:cNvGrpSpPr/>
          <p:nvPr/>
        </p:nvGrpSpPr>
        <p:grpSpPr>
          <a:xfrm>
            <a:off x="4823463" y="664057"/>
            <a:ext cx="322200" cy="186480"/>
            <a:chOff x="4823463" y="664057"/>
            <a:chExt cx="3222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32D0316-48DB-F749-61F5-B3E01E7E996A}"/>
                    </a:ext>
                  </a:extLst>
                </p14:cNvPr>
                <p14:cNvContentPartPr/>
                <p14:nvPr/>
              </p14:nvContentPartPr>
              <p14:xfrm>
                <a:off x="4823463" y="664057"/>
                <a:ext cx="85680" cy="1864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32D0316-48DB-F749-61F5-B3E01E7E996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817343" y="657937"/>
                  <a:ext cx="97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CDA79C6-B746-7060-9233-475B536AAADC}"/>
                    </a:ext>
                  </a:extLst>
                </p14:cNvPr>
                <p14:cNvContentPartPr/>
                <p14:nvPr/>
              </p14:nvContentPartPr>
              <p14:xfrm>
                <a:off x="4977543" y="680977"/>
                <a:ext cx="168120" cy="1234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CDA79C6-B746-7060-9233-475B536AAAD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71423" y="674857"/>
                  <a:ext cx="18036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B4278CC3-C5F9-7814-4B05-3C9B7C3E6B29}"/>
                  </a:ext>
                </a:extLst>
              </p14:cNvPr>
              <p14:cNvContentPartPr/>
              <p14:nvPr/>
            </p14:nvContentPartPr>
            <p14:xfrm>
              <a:off x="5153223" y="682057"/>
              <a:ext cx="109080" cy="13968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B4278CC3-C5F9-7814-4B05-3C9B7C3E6B29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5147103" y="675937"/>
                <a:ext cx="1213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F77C67CA-12D2-7630-711D-D9376D9BC441}"/>
                  </a:ext>
                </a:extLst>
              </p14:cNvPr>
              <p14:cNvContentPartPr/>
              <p14:nvPr/>
            </p14:nvContentPartPr>
            <p14:xfrm>
              <a:off x="5266263" y="672697"/>
              <a:ext cx="134280" cy="16776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F77C67CA-12D2-7630-711D-D9376D9BC441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5260143" y="666577"/>
                <a:ext cx="14652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D997179-C130-6923-1093-971C0B7049F7}"/>
              </a:ext>
            </a:extLst>
          </p:cNvPr>
          <p:cNvGrpSpPr/>
          <p:nvPr/>
        </p:nvGrpSpPr>
        <p:grpSpPr>
          <a:xfrm>
            <a:off x="5483703" y="387937"/>
            <a:ext cx="1296000" cy="498600"/>
            <a:chOff x="5483703" y="387937"/>
            <a:chExt cx="129600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20F4DAF-40CC-B408-52D3-AC3BDDBD06B4}"/>
                    </a:ext>
                  </a:extLst>
                </p14:cNvPr>
                <p14:cNvContentPartPr/>
                <p14:nvPr/>
              </p14:nvContentPartPr>
              <p14:xfrm>
                <a:off x="5483703" y="638857"/>
                <a:ext cx="135720" cy="1569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20F4DAF-40CC-B408-52D3-AC3BDDBD06B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77583" y="632737"/>
                  <a:ext cx="147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B68A9EB-D2EE-4D22-579D-384C2D13886C}"/>
                    </a:ext>
                  </a:extLst>
                </p14:cNvPr>
                <p14:cNvContentPartPr/>
                <p14:nvPr/>
              </p14:nvContentPartPr>
              <p14:xfrm>
                <a:off x="5614743" y="645697"/>
                <a:ext cx="98640" cy="240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B68A9EB-D2EE-4D22-579D-384C2D13886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08623" y="639577"/>
                  <a:ext cx="110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EC745E2-95DE-0E59-AB6D-E688CF39756E}"/>
                    </a:ext>
                  </a:extLst>
                </p14:cNvPr>
                <p14:cNvContentPartPr/>
                <p14:nvPr/>
              </p14:nvContentPartPr>
              <p14:xfrm>
                <a:off x="5770983" y="387937"/>
                <a:ext cx="125280" cy="378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EC745E2-95DE-0E59-AB6D-E688CF39756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764863" y="381817"/>
                  <a:ext cx="1375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80FD49D-A8C1-CECF-A85B-8866285A5EAC}"/>
                    </a:ext>
                  </a:extLst>
                </p14:cNvPr>
                <p14:cNvContentPartPr/>
                <p14:nvPr/>
              </p14:nvContentPartPr>
              <p14:xfrm>
                <a:off x="5744703" y="664777"/>
                <a:ext cx="245520" cy="82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80FD49D-A8C1-CECF-A85B-8866285A5EA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38583" y="658657"/>
                  <a:ext cx="257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7F31F05-18D6-4D7A-1029-CC34B3323688}"/>
                    </a:ext>
                  </a:extLst>
                </p14:cNvPr>
                <p14:cNvContentPartPr/>
                <p14:nvPr/>
              </p14:nvContentPartPr>
              <p14:xfrm>
                <a:off x="6073023" y="646777"/>
                <a:ext cx="18000" cy="91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7F31F05-18D6-4D7A-1029-CC34B332368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066903" y="640657"/>
                  <a:ext cx="30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D27F30F-6E06-C665-8E4C-BB13D42928F6}"/>
                    </a:ext>
                  </a:extLst>
                </p14:cNvPr>
                <p14:cNvContentPartPr/>
                <p14:nvPr/>
              </p14:nvContentPartPr>
              <p14:xfrm>
                <a:off x="6012543" y="560377"/>
                <a:ext cx="360" cy="3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D27F30F-6E06-C665-8E4C-BB13D42928F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006423" y="55425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5E36D4EB-CD1F-FBB8-3AB2-15E91378C0BC}"/>
                    </a:ext>
                  </a:extLst>
                </p14:cNvPr>
                <p14:cNvContentPartPr/>
                <p14:nvPr/>
              </p14:nvContentPartPr>
              <p14:xfrm>
                <a:off x="6141783" y="491617"/>
                <a:ext cx="252360" cy="2775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5E36D4EB-CD1F-FBB8-3AB2-15E91378C0B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135663" y="485497"/>
                  <a:ext cx="2646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58FFBA6-052C-B069-8208-DB1680869DCC}"/>
                    </a:ext>
                  </a:extLst>
                </p14:cNvPr>
                <p14:cNvContentPartPr/>
                <p14:nvPr/>
              </p14:nvContentPartPr>
              <p14:xfrm>
                <a:off x="6503943" y="482977"/>
                <a:ext cx="27360" cy="2512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58FFBA6-052C-B069-8208-DB1680869DC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497823" y="476857"/>
                  <a:ext cx="39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294F7FA-9934-018D-D820-672567A05254}"/>
                    </a:ext>
                  </a:extLst>
                </p14:cNvPr>
                <p14:cNvContentPartPr/>
                <p14:nvPr/>
              </p14:nvContentPartPr>
              <p14:xfrm>
                <a:off x="6630663" y="610777"/>
                <a:ext cx="149040" cy="1746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294F7FA-9934-018D-D820-672567A0525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24543" y="604657"/>
                  <a:ext cx="16128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2BFF65CC-B82F-67C6-3DD7-C4E379054D3B}"/>
              </a:ext>
            </a:extLst>
          </p:cNvPr>
          <p:cNvGrpSpPr/>
          <p:nvPr/>
        </p:nvGrpSpPr>
        <p:grpSpPr>
          <a:xfrm>
            <a:off x="3959463" y="517177"/>
            <a:ext cx="672840" cy="344520"/>
            <a:chOff x="3959463" y="517177"/>
            <a:chExt cx="67284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243010F-39E8-4BA5-CF18-776209CCC319}"/>
                    </a:ext>
                  </a:extLst>
                </p14:cNvPr>
                <p14:cNvContentPartPr/>
                <p14:nvPr/>
              </p14:nvContentPartPr>
              <p14:xfrm>
                <a:off x="3959463" y="552097"/>
                <a:ext cx="360" cy="2887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243010F-39E8-4BA5-CF18-776209CCC31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953343" y="545977"/>
                  <a:ext cx="12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2665B29-C543-114A-39A9-A6EC4C1C66B0}"/>
                    </a:ext>
                  </a:extLst>
                </p14:cNvPr>
                <p14:cNvContentPartPr/>
                <p14:nvPr/>
              </p14:nvContentPartPr>
              <p14:xfrm>
                <a:off x="4045503" y="517177"/>
                <a:ext cx="151920" cy="1317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2665B29-C543-114A-39A9-A6EC4C1C66B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039383" y="511057"/>
                  <a:ext cx="164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3DF65DC-1E82-C1C7-50CF-06D9970A518C}"/>
                    </a:ext>
                  </a:extLst>
                </p14:cNvPr>
                <p14:cNvContentPartPr/>
                <p14:nvPr/>
              </p14:nvContentPartPr>
              <p14:xfrm>
                <a:off x="4175103" y="517177"/>
                <a:ext cx="33480" cy="322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3DF65DC-1E82-C1C7-50CF-06D9970A518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168983" y="511057"/>
                  <a:ext cx="457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DFEBDE8-E490-E83A-E3B4-C5F61D992D5D}"/>
                    </a:ext>
                  </a:extLst>
                </p14:cNvPr>
                <p14:cNvContentPartPr/>
                <p14:nvPr/>
              </p14:nvContentPartPr>
              <p14:xfrm>
                <a:off x="4261503" y="526897"/>
                <a:ext cx="128520" cy="2887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DFEBDE8-E490-E83A-E3B4-C5F61D992D5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255383" y="520777"/>
                  <a:ext cx="1407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5F03AF1-CA47-544A-E5B9-970FD6DC4DFA}"/>
                    </a:ext>
                  </a:extLst>
                </p14:cNvPr>
                <p14:cNvContentPartPr/>
                <p14:nvPr/>
              </p14:nvContentPartPr>
              <p14:xfrm>
                <a:off x="4448703" y="525457"/>
                <a:ext cx="183600" cy="336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5F03AF1-CA47-544A-E5B9-970FD6DC4DF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442583" y="519337"/>
                  <a:ext cx="195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3F497F7-379B-6970-6AC9-D8B71D2A4801}"/>
                    </a:ext>
                  </a:extLst>
                </p14:cNvPr>
                <p14:cNvContentPartPr/>
                <p14:nvPr/>
              </p14:nvContentPartPr>
              <p14:xfrm>
                <a:off x="4502703" y="517177"/>
                <a:ext cx="53280" cy="856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3F497F7-379B-6970-6AC9-D8B71D2A480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496583" y="511057"/>
                  <a:ext cx="65520" cy="9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2712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asks us to determine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65836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932688" y="1627632"/>
            <a:ext cx="589788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the spread of an H1N1 virus in a closed population of 1500 people.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infection across 9 daily infectious stages instead of one single infected class.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Determine the unknown transmission parameter β.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Numerically solve the 11 coupled differential equations.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outbreak size, timing of the peak, and the final susceptible/recovered counts.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589520" y="1371600"/>
            <a:ext cx="3840480" cy="4389120"/>
          </a:xfrm>
          <a:prstGeom prst="roundRect">
            <a:avLst>
              <a:gd name="adj" fmla="val 1905"/>
            </a:avLst>
          </a:prstGeom>
          <a:solidFill>
            <a:srgbClr val="EEF1F4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882128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82128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82128" y="2221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9A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82128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Infectious period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82128" y="29535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8F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 days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82128" y="3474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target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3685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15C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I(7) = 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82128" y="4206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condition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82128" y="4425696"/>
            <a:ext cx="256032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1499 susceptible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infected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recovered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594360" y="384048"/>
            <a:ext cx="8412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800"/>
            </a:pPr>
            <a:r>
              <a:rPr lang="en" sz="2400" b="1">
                <a:solidFill>
                  <a:srgbClr val="123B5D"/>
                </a:solidFill>
                <a:latin typeface="Play"/>
                <a:ea typeface="Play"/>
                <a:cs typeface="Play"/>
                <a:sym typeface="Play"/>
              </a:rPr>
              <a:t>Math Background: What is a differential Equation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612648" y="795528"/>
            <a:ext cx="8046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A6570"/>
              </a:buClr>
              <a:buSzPts val="900"/>
            </a:pPr>
            <a:r>
              <a:rPr lang="en" sz="1200">
                <a:solidFill>
                  <a:srgbClr val="5A6570"/>
                </a:solidFill>
              </a:rPr>
              <a:t>What is a differential equation and why should it be used?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612648" y="2331720"/>
            <a:ext cx="5440800" cy="306320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 cap="flat" cmpd="sng">
            <a:solidFill>
              <a:srgbClr val="D7DD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914400" y="2495563"/>
            <a:ext cx="1920400" cy="2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300"/>
            </a:pPr>
            <a:r>
              <a:rPr lang="en" sz="1733" b="1">
                <a:solidFill>
                  <a:srgbClr val="123B5D"/>
                </a:solidFill>
              </a:rPr>
              <a:t>Examples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400800" y="2331720"/>
            <a:ext cx="5074800" cy="3063200"/>
          </a:xfrm>
          <a:prstGeom prst="roundRect">
            <a:avLst>
              <a:gd name="adj" fmla="val 1791"/>
            </a:avLst>
          </a:prstGeom>
          <a:solidFill>
            <a:srgbClr val="EAF2FA"/>
          </a:solidFill>
          <a:ln w="12700" cap="flat" cmpd="sng">
            <a:solidFill>
              <a:srgbClr val="D8E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6675120" y="2606040"/>
            <a:ext cx="3292000" cy="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300"/>
            </a:pPr>
            <a:r>
              <a:rPr lang="en" sz="1733" b="1">
                <a:solidFill>
                  <a:srgbClr val="123B5D"/>
                </a:solidFill>
              </a:rPr>
              <a:t>What is a differential equation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656832" y="3054096"/>
            <a:ext cx="4480400" cy="1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7" tIns="367" rIns="367" bIns="367" anchor="t" anchorCtr="0">
            <a:noAutofit/>
          </a:bodyPr>
          <a:lstStyle/>
          <a:p>
            <a:pPr marL="237061" indent="-237061">
              <a:buClr>
                <a:srgbClr val="1F2833"/>
              </a:buClr>
              <a:buSzPts val="1200"/>
              <a:buFont typeface="Arial"/>
              <a:buChar char="•"/>
            </a:pPr>
            <a:r>
              <a:rPr lang="en" sz="1600">
                <a:solidFill>
                  <a:srgbClr val="1F2833"/>
                </a:solidFill>
              </a:rPr>
              <a:t>A mathematical equations that relate an unknown function to its derivatives, representing how a quantity changes over time or space</a:t>
            </a:r>
            <a:endParaRPr sz="1600">
              <a:solidFill>
                <a:srgbClr val="1F2833"/>
              </a:solidFill>
            </a:endParaRPr>
          </a:p>
          <a:p>
            <a:pPr marL="1219170" lvl="1" indent="-406390">
              <a:buClr>
                <a:srgbClr val="1F2833"/>
              </a:buClr>
              <a:buSzPts val="1200"/>
              <a:buChar char="○"/>
            </a:pPr>
            <a:r>
              <a:rPr lang="en" sz="1600">
                <a:solidFill>
                  <a:srgbClr val="1F2833"/>
                </a:solidFill>
              </a:rPr>
              <a:t>Ordinary Differential Equations (ODE): derivative wrt single independent variable</a:t>
            </a:r>
            <a:endParaRPr sz="1600">
              <a:solidFill>
                <a:srgbClr val="1F2833"/>
              </a:solidFill>
            </a:endParaRPr>
          </a:p>
          <a:p>
            <a:pPr marL="1219170" lvl="1" indent="-406390">
              <a:buClr>
                <a:srgbClr val="1F2833"/>
              </a:buClr>
              <a:buSzPts val="1200"/>
              <a:buChar char="○"/>
            </a:pPr>
            <a:r>
              <a:rPr lang="en" sz="1600">
                <a:solidFill>
                  <a:srgbClr val="1F2833"/>
                </a:solidFill>
              </a:rPr>
              <a:t>Partial Differential Equations (PDE)</a:t>
            </a:r>
            <a:endParaRPr sz="1600">
              <a:solidFill>
                <a:srgbClr val="1F2833"/>
              </a:solidFill>
            </a:endParaRPr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4294967295"/>
          </p:nvPr>
        </p:nvSpPr>
        <p:spPr>
          <a:xfrm>
            <a:off x="11475720" y="6501384"/>
            <a:ext cx="3656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/>
            <a:fld id="{00000000-1234-1234-1234-123412341234}" type="slidenum">
              <a:rPr lang="en" sz="933">
                <a:latin typeface="Arial"/>
                <a:ea typeface="Arial"/>
                <a:cs typeface="Arial"/>
                <a:sym typeface="Arial"/>
              </a:rPr>
              <a:pPr algn="r"/>
              <a:t>5</a:t>
            </a:fld>
            <a:endParaRPr sz="933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9451" y="2900653"/>
            <a:ext cx="4087159" cy="1056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7DDE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4633" y="4133620"/>
            <a:ext cx="1916768" cy="105668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Mathematical background and model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an 11-compartment system is used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15" y="1339596"/>
            <a:ext cx="11402769" cy="429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2331720"/>
            <a:ext cx="5440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6" name="Text 3"/>
          <p:cNvSpPr/>
          <p:nvPr/>
        </p:nvSpPr>
        <p:spPr>
          <a:xfrm>
            <a:off x="914400" y="25968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r>
              <a:rPr lang="en-US" sz="1700" b="1" i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 </a:t>
            </a: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941651"/>
            <a:ext cx="2425775" cy="4617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94760" y="30540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infected population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88" y="3681257"/>
            <a:ext cx="4019911" cy="4445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233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Mass-action incidence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645152"/>
            <a:ext cx="1920240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07792" y="46817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day spent in each infected stage</a:t>
            </a:r>
            <a:endParaRPr lang="en-US" sz="1220" dirty="0"/>
          </a:p>
        </p:txBody>
      </p:sp>
      <p:sp>
        <p:nvSpPr>
          <p:cNvPr id="13" name="Shape 7"/>
          <p:cNvSpPr/>
          <p:nvPr/>
        </p:nvSpPr>
        <p:spPr>
          <a:xfrm>
            <a:off x="6400800" y="2331720"/>
            <a:ext cx="5074920" cy="3063240"/>
          </a:xfrm>
          <a:prstGeom prst="roundRect">
            <a:avLst>
              <a:gd name="adj" fmla="val 1791"/>
            </a:avLst>
          </a:prstGeom>
          <a:solidFill>
            <a:srgbClr val="EAF2FA"/>
          </a:solidFill>
          <a:ln w="1270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8"/>
          <p:cNvSpPr/>
          <p:nvPr/>
        </p:nvSpPr>
        <p:spPr>
          <a:xfrm>
            <a:off x="6675120" y="2606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stage the infected class?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656832" y="3054096"/>
            <a:ext cx="448056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standard SIR model uses one infected compartment; this project requires an explicit 9-day infectious period.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Splitting infection into I₁ through I₉ tracks how long each person has been infected.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structure matches the biology: individuals recover only after completing day 9 of infection.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equations with parameter substitution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transmission parameter: β ≈ 0.339976 day⁻¹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9012"/>
            <a:ext cx="653796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335024"/>
            <a:ext cx="5394960" cy="2350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977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conditions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388" y="4315969"/>
            <a:ext cx="6219646" cy="328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4956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is conserved: S(t) + ∑Iⱼ(t) + R(t) = 1500 for all t.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52360" y="1325880"/>
            <a:ext cx="4069080" cy="4663440"/>
          </a:xfrm>
          <a:prstGeom prst="roundRect">
            <a:avLst>
              <a:gd name="adj" fmla="val 1348"/>
            </a:avLst>
          </a:prstGeom>
          <a:solidFill>
            <a:srgbClr val="EAF6F5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6"/>
          <p:cNvSpPr/>
          <p:nvPr/>
        </p:nvSpPr>
        <p:spPr>
          <a:xfrm>
            <a:off x="7754112" y="16276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substitution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54112" y="21214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 / 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54112" y="235915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8F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0.339976 / 1500 = 0.0002266507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754112" y="28803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total infected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754112" y="3099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I(0) = 1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754112" y="35935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infection rate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754112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15C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0.33975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754112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at t = 0: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754112" y="45537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dS/dt ≈ -0.33975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dI₁/dt ≈ -0.66025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594360" y="384048"/>
            <a:ext cx="8412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800"/>
            </a:pPr>
            <a:r>
              <a:rPr lang="en" sz="2400" b="1">
                <a:solidFill>
                  <a:srgbClr val="123B5D"/>
                </a:solidFill>
                <a:latin typeface="Play"/>
                <a:ea typeface="Play"/>
                <a:cs typeface="Play"/>
                <a:sym typeface="Play"/>
              </a:rPr>
              <a:t>Math Background: Alternatives to SIR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612648" y="795528"/>
            <a:ext cx="80468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A6570"/>
              </a:buClr>
              <a:buSzPts val="900"/>
            </a:pPr>
            <a:r>
              <a:rPr lang="en" sz="1200">
                <a:solidFill>
                  <a:srgbClr val="5A6570"/>
                </a:solidFill>
              </a:rPr>
              <a:t>What is a differential equation and why should it be used?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12648" y="2331720"/>
            <a:ext cx="5440800" cy="306320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 cap="flat" cmpd="sng">
            <a:solidFill>
              <a:srgbClr val="D7DD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914400" y="2596900"/>
            <a:ext cx="2824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300"/>
            </a:pPr>
            <a:r>
              <a:rPr lang="en" sz="1733" b="1">
                <a:solidFill>
                  <a:srgbClr val="123B5D"/>
                </a:solidFill>
              </a:rPr>
              <a:t>Alternative Methods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6454900" y="2331720"/>
            <a:ext cx="5074800" cy="3063200"/>
          </a:xfrm>
          <a:prstGeom prst="roundRect">
            <a:avLst>
              <a:gd name="adj" fmla="val 1791"/>
            </a:avLst>
          </a:prstGeom>
          <a:solidFill>
            <a:srgbClr val="EAF2FA"/>
          </a:solidFill>
          <a:ln w="12700" cap="flat" cmpd="sng">
            <a:solidFill>
              <a:srgbClr val="D8E6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6656820" y="2482491"/>
            <a:ext cx="3292000" cy="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300"/>
            </a:pPr>
            <a:r>
              <a:rPr lang="en" sz="1733" b="1">
                <a:solidFill>
                  <a:srgbClr val="123B5D"/>
                </a:solidFill>
              </a:rPr>
              <a:t>Problems with SIR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6656833" y="2801000"/>
            <a:ext cx="44804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7" tIns="367" rIns="367" bIns="367" anchor="t" anchorCtr="0">
            <a:noAutofit/>
          </a:bodyPr>
          <a:lstStyle/>
          <a:p>
            <a:pPr marL="237061" indent="-237061">
              <a:buClr>
                <a:srgbClr val="1F2833"/>
              </a:buClr>
              <a:buSzPts val="1200"/>
              <a:buFont typeface="Arial"/>
              <a:buChar char="•"/>
            </a:pPr>
            <a:r>
              <a:rPr lang="en" sz="1600">
                <a:solidFill>
                  <a:schemeClr val="dk1"/>
                </a:solidFill>
              </a:rPr>
              <a:t>Biological and Epidemiological Limitations</a:t>
            </a:r>
            <a:endParaRPr sz="1600">
              <a:solidFill>
                <a:schemeClr val="dk1"/>
              </a:solidFill>
            </a:endParaRPr>
          </a:p>
          <a:p>
            <a:pPr marL="237061" indent="-237061">
              <a:buClr>
                <a:schemeClr val="dk1"/>
              </a:buClr>
              <a:buSzPts val="1200"/>
              <a:buChar char="•"/>
            </a:pPr>
            <a:r>
              <a:rPr lang="en" sz="1600">
                <a:solidFill>
                  <a:schemeClr val="dk1"/>
                </a:solidFill>
              </a:rPr>
              <a:t>Structural Limitations</a:t>
            </a:r>
            <a:endParaRPr sz="1600">
              <a:solidFill>
                <a:schemeClr val="dk1"/>
              </a:solidFill>
            </a:endParaRPr>
          </a:p>
          <a:p>
            <a:pPr marL="237061" indent="-237061">
              <a:buClr>
                <a:schemeClr val="dk1"/>
              </a:buClr>
              <a:buSzPts val="1200"/>
              <a:buChar char="•"/>
            </a:pPr>
            <a:r>
              <a:rPr lang="en" sz="1600">
                <a:solidFill>
                  <a:schemeClr val="dk1"/>
                </a:solidFill>
              </a:rPr>
              <a:t>Mathematical Limitations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sldNum" idx="4294967295"/>
          </p:nvPr>
        </p:nvSpPr>
        <p:spPr>
          <a:xfrm>
            <a:off x="11475720" y="6501384"/>
            <a:ext cx="3656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/>
            <a:fld id="{00000000-1234-1234-1234-123412341234}" type="slidenum">
              <a:rPr lang="en" sz="933">
                <a:latin typeface="Arial"/>
                <a:ea typeface="Arial"/>
                <a:cs typeface="Arial"/>
                <a:sym typeface="Arial"/>
              </a:rPr>
              <a:pPr algn="r"/>
              <a:t>8</a:t>
            </a:fld>
            <a:endParaRPr sz="933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799733" y="3126333"/>
            <a:ext cx="4617600" cy="1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7" tIns="367" rIns="367" bIns="367" anchor="t" anchorCtr="0">
            <a:noAutofit/>
          </a:bodyPr>
          <a:lstStyle/>
          <a:p>
            <a:r>
              <a:rPr lang="en" sz="1600">
                <a:solidFill>
                  <a:srgbClr val="1F2833"/>
                </a:solidFill>
              </a:rPr>
              <a:t>SEIR: Susceptible Exposed Infected Recovered</a:t>
            </a:r>
            <a:endParaRPr sz="1600">
              <a:solidFill>
                <a:srgbClr val="1F2833"/>
              </a:solidFill>
            </a:endParaRPr>
          </a:p>
          <a:p>
            <a:pPr marL="609585" indent="-406390">
              <a:buClr>
                <a:srgbClr val="1F2833"/>
              </a:buClr>
              <a:buSzPts val="1200"/>
              <a:buChar char="●"/>
            </a:pPr>
            <a:r>
              <a:rPr lang="en" sz="1600">
                <a:solidFill>
                  <a:srgbClr val="1F2833"/>
                </a:solidFill>
              </a:rPr>
              <a:t>Add a series of "Exposed" compartments before the "Infected" compartments</a:t>
            </a:r>
            <a:endParaRPr sz="1600">
              <a:solidFill>
                <a:srgbClr val="1F2833"/>
              </a:solidFill>
            </a:endParaRPr>
          </a:p>
          <a:p>
            <a:endParaRPr sz="1600">
              <a:solidFill>
                <a:srgbClr val="1F2833"/>
              </a:solidFill>
            </a:endParaRPr>
          </a:p>
          <a:p>
            <a:r>
              <a:rPr lang="en" sz="1600">
                <a:solidFill>
                  <a:srgbClr val="1F2833"/>
                </a:solidFill>
              </a:rPr>
              <a:t>ABM: Agent Based-Modeling</a:t>
            </a:r>
            <a:endParaRPr sz="1600">
              <a:solidFill>
                <a:srgbClr val="1F2833"/>
              </a:solidFill>
            </a:endParaRPr>
          </a:p>
          <a:p>
            <a:pPr marL="609585" indent="-406390">
              <a:buClr>
                <a:srgbClr val="1F2833"/>
              </a:buClr>
              <a:buSzPts val="1200"/>
              <a:buChar char="●"/>
            </a:pPr>
            <a:r>
              <a:rPr lang="en" sz="1600">
                <a:solidFill>
                  <a:srgbClr val="1F2833"/>
                </a:solidFill>
              </a:rPr>
              <a:t>Would simulate actual contact networks rather than assuming random mixing</a:t>
            </a:r>
            <a:endParaRPr sz="1600">
              <a:solidFill>
                <a:srgbClr val="1F2833"/>
              </a:solidFill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6656820" y="3679007"/>
            <a:ext cx="3292000" cy="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23B5D"/>
              </a:buClr>
              <a:buSzPts val="1300"/>
            </a:pPr>
            <a:r>
              <a:rPr lang="en" sz="1733" b="1">
                <a:solidFill>
                  <a:srgbClr val="123B5D"/>
                </a:solidFill>
                <a:latin typeface="Arial"/>
                <a:ea typeface="Arial"/>
                <a:cs typeface="Arial"/>
                <a:sym typeface="Arial"/>
              </a:rPr>
              <a:t>Why </a:t>
            </a:r>
            <a:r>
              <a:rPr lang="en" sz="1733" b="1">
                <a:solidFill>
                  <a:srgbClr val="123B5D"/>
                </a:solidFill>
              </a:rPr>
              <a:t>we used SIR</a:t>
            </a:r>
            <a:r>
              <a:rPr lang="en" sz="1733" b="1">
                <a:solidFill>
                  <a:srgbClr val="123B5D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6656833" y="3985565"/>
            <a:ext cx="4480400" cy="1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7" tIns="367" rIns="367" bIns="367" anchor="t" anchorCtr="0">
            <a:noAutofit/>
          </a:bodyPr>
          <a:lstStyle/>
          <a:p>
            <a:pPr marL="237061" indent="-237061">
              <a:buClr>
                <a:srgbClr val="1F2833"/>
              </a:buClr>
              <a:buSzPts val="1200"/>
              <a:buFont typeface="Arial"/>
              <a:buChar char="•"/>
            </a:pPr>
            <a:r>
              <a:rPr lang="en" sz="1600">
                <a:solidFill>
                  <a:srgbClr val="1F2833"/>
                </a:solidFill>
              </a:rPr>
              <a:t>Simplicity</a:t>
            </a:r>
            <a:endParaRPr sz="1600">
              <a:solidFill>
                <a:srgbClr val="1F2833"/>
              </a:solidFill>
            </a:endParaRPr>
          </a:p>
          <a:p>
            <a:pPr marL="237061" indent="-237061">
              <a:buClr>
                <a:srgbClr val="1F2833"/>
              </a:buClr>
              <a:buSzPts val="1200"/>
              <a:buChar char="•"/>
            </a:pPr>
            <a:r>
              <a:rPr lang="en" sz="1600">
                <a:solidFill>
                  <a:srgbClr val="1F2833"/>
                </a:solidFill>
              </a:rPr>
              <a:t>Alternatives are significantly more computationally expensive</a:t>
            </a:r>
            <a:endParaRPr sz="1600">
              <a:solidFill>
                <a:srgbClr val="1F2833"/>
              </a:solidFill>
            </a:endParaRPr>
          </a:p>
          <a:p>
            <a:pPr marL="237061" indent="-237061">
              <a:buClr>
                <a:srgbClr val="1F2833"/>
              </a:buClr>
              <a:buSzPts val="1200"/>
              <a:buFont typeface="Arial"/>
              <a:buChar char="•"/>
            </a:pPr>
            <a:r>
              <a:rPr lang="en" sz="1600">
                <a:solidFill>
                  <a:srgbClr val="1F2833"/>
                </a:solidFill>
              </a:rPr>
              <a:t>Question explicitly asks us for 11 compartmental differential equations (SIR)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Runge-Kutta method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background behind the ODE solver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58952" y="1130405"/>
            <a:ext cx="5623560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5" name="Text 3"/>
          <p:cNvSpPr/>
          <p:nvPr/>
        </p:nvSpPr>
        <p:spPr>
          <a:xfrm>
            <a:off x="960120" y="1360841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RK45 formulas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88" y="1863762"/>
            <a:ext cx="3182457" cy="26799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730" y="2231136"/>
            <a:ext cx="4942796" cy="2221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47365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combines four slope estimates over one step of size h.</a:t>
            </a:r>
            <a:endParaRPr lang="en-US" sz="1620" dirty="0"/>
          </a:p>
        </p:txBody>
      </p:sp>
      <p:sp>
        <p:nvSpPr>
          <p:cNvPr id="9" name="Shape 5"/>
          <p:cNvSpPr/>
          <p:nvPr/>
        </p:nvSpPr>
        <p:spPr>
          <a:xfrm>
            <a:off x="6629400" y="1353312"/>
            <a:ext cx="4892040" cy="2834640"/>
          </a:xfrm>
          <a:prstGeom prst="roundRect">
            <a:avLst>
              <a:gd name="adj" fmla="val 1935"/>
            </a:avLst>
          </a:prstGeom>
          <a:solidFill>
            <a:srgbClr val="EAF2FA"/>
          </a:solidFill>
          <a:ln w="1270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6"/>
          <p:cNvSpPr/>
          <p:nvPr/>
        </p:nvSpPr>
        <p:spPr>
          <a:xfrm>
            <a:off x="6903720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is useful here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858000" y="1975104"/>
            <a:ext cx="4187952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designed for nonlinear ODE systems, which matches our coupled epidemic model.</a:t>
            </a:r>
            <a:endParaRPr lang="en-US" sz="1530" dirty="0"/>
          </a:p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using only one slope like Euler's method, it averages multiple slopes within each step.</a:t>
            </a:r>
            <a:endParaRPr lang="en-US" sz="1530" dirty="0"/>
          </a:p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apply it to the full state vector Y(t) = (S, I₁, …, I₉, R)ᵀ.</a:t>
            </a:r>
            <a:endParaRPr lang="en-US" sz="1530" dirty="0"/>
          </a:p>
        </p:txBody>
      </p:sp>
      <p:sp>
        <p:nvSpPr>
          <p:cNvPr id="12" name="Shape 8"/>
          <p:cNvSpPr/>
          <p:nvPr/>
        </p:nvSpPr>
        <p:spPr>
          <a:xfrm>
            <a:off x="6629400" y="4480560"/>
            <a:ext cx="4892040" cy="1554480"/>
          </a:xfrm>
          <a:prstGeom prst="roundRect">
            <a:avLst>
              <a:gd name="adj" fmla="val 3529"/>
            </a:avLst>
          </a:prstGeom>
          <a:solidFill>
            <a:srgbClr val="FBF3E4"/>
          </a:solidFill>
          <a:ln w="12700">
            <a:solidFill>
              <a:srgbClr val="EFE0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9"/>
          <p:cNvSpPr/>
          <p:nvPr/>
        </p:nvSpPr>
        <p:spPr>
          <a:xfrm>
            <a:off x="6894576" y="4681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Project-specific note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894576" y="5065776"/>
            <a:ext cx="41148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Python we used solve_ivp(method="RK45"), an adaptive Runge-Kutta method from the same family.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400" b="1">
                <a:solidFill>
                  <a:srgbClr val="123B5D"/>
                </a:solidFill>
                <a:latin typeface="Aptos Display"/>
              </a:rPr>
              <a:t>Model parameters and initial conditions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 dirty="0">
                <a:solidFill>
                  <a:srgbClr val="5A6570"/>
                </a:solidFill>
                <a:latin typeface="Aptos"/>
              </a:rPr>
              <a:t>Known quantities before solving the system</a:t>
            </a:r>
            <a:r>
              <a:rPr lang="en-CA" sz="1150" dirty="0">
                <a:solidFill>
                  <a:srgbClr val="5A6570"/>
                </a:solidFill>
                <a:latin typeface="Aptos"/>
              </a:rPr>
              <a:t> (NumPy) </a:t>
            </a:r>
            <a:endParaRPr lang="en-US" sz="1150" dirty="0">
              <a:solidFill>
                <a:srgbClr val="5A6570"/>
              </a:solidFill>
              <a:latin typeface="Apto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9808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6F5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7824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366335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Set parameters
and y0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2761488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63240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91256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83864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F2833"/>
                </a:solidFill>
                <a:latin typeface="Aptos"/>
              </a:rPr>
              <a:t>Define the
ODE system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5074920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76672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04688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97296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F2833"/>
                </a:solidFill>
                <a:latin typeface="Aptos"/>
              </a:rPr>
              <a:t>Solve with
RK45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7388352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73294" y="127932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818120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65902" y="1366335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Fit β with
Brent's method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786384" y="2514600"/>
            <a:ext cx="106527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058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>
                <a:solidFill>
                  <a:srgbClr val="123B5D"/>
                </a:solidFill>
                <a:latin typeface="Aptos"/>
              </a:rPr>
              <a:t>Python setup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33272" y="3087624"/>
            <a:ext cx="6492240" cy="2423160"/>
          </a:xfrm>
          <a:prstGeom prst="rect">
            <a:avLst/>
          </a:prstGeom>
          <a:solidFill>
            <a:srgbClr val="F7F8FA"/>
          </a:solidFill>
          <a:ln>
            <a:solidFill>
              <a:srgbClr val="D8DEE6"/>
            </a:solidFill>
          </a:ln>
        </p:spPr>
        <p:txBody>
          <a:bodyPr wrap="none" lIns="1016" tIns="1016" rIns="1016" bIns="1016" rtlCol="0" anchor="t"/>
          <a:lstStyle/>
          <a:p>
            <a:pPr marL="0" indent="0" algn="l">
              <a:buNone/>
            </a:pPr>
            <a:r>
              <a:rPr sz="1340" dirty="0">
                <a:solidFill>
                  <a:srgbClr val="1F2833"/>
                </a:solidFill>
                <a:latin typeface="Consolas"/>
              </a:rPr>
              <a:t>N = 1500                  # total population</a:t>
            </a:r>
            <a:endParaRPr lang="en-US" sz="1350" dirty="0"/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N_STAGES = 9              # infected stages I1,...,I9</a:t>
            </a: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GAMMA = 1.0               # progression rate: 1 stage per day</a:t>
            </a: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TARGET_I7 = 10.0          # calibration condition: I(7) = 10</a:t>
            </a: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T_END = 200               # simulation length (days)</a:t>
            </a:r>
            <a:r>
              <a:rPr lang="en-US" sz="1340" dirty="0">
                <a:solidFill>
                  <a:srgbClr val="1F2833"/>
                </a:solidFill>
                <a:latin typeface="Consolas"/>
              </a:rPr>
              <a:t> </a:t>
            </a:r>
            <a:endParaRPr sz="134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BETA_BRACKET = (0.3, 0.4) # search interval for beta</a:t>
            </a:r>
            <a:br>
              <a:rPr lang="en-US" sz="1340" dirty="0">
                <a:solidFill>
                  <a:srgbClr val="1F2833"/>
                </a:solidFill>
                <a:latin typeface="Consolas"/>
              </a:rPr>
            </a:br>
            <a:endParaRPr sz="134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y0 = </a:t>
            </a:r>
            <a:r>
              <a:rPr sz="1340" dirty="0" err="1">
                <a:solidFill>
                  <a:srgbClr val="1F2833"/>
                </a:solidFill>
                <a:latin typeface="Consolas"/>
              </a:rPr>
              <a:t>np.zeros</a:t>
            </a:r>
            <a:r>
              <a:rPr sz="1340" dirty="0">
                <a:solidFill>
                  <a:srgbClr val="1F2833"/>
                </a:solidFill>
                <a:latin typeface="Consolas"/>
              </a:rPr>
              <a:t>(N_STAGES + 2)</a:t>
            </a: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y0[0] = N - 1             # S(0) = 1499</a:t>
            </a: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y0[1] = 1                 # I1(0) = 1</a:t>
            </a:r>
          </a:p>
          <a:p>
            <a:pPr algn="l"/>
            <a:r>
              <a:rPr sz="1340" dirty="0">
                <a:solidFill>
                  <a:srgbClr val="1F2833"/>
                </a:solidFill>
                <a:latin typeface="Consolas"/>
              </a:rPr>
              <a:t># I2...I9 and R start at 0</a:t>
            </a:r>
          </a:p>
        </p:txBody>
      </p:sp>
      <p:sp>
        <p:nvSpPr>
          <p:cNvPr id="22" name="Text 20"/>
          <p:cNvSpPr/>
          <p:nvPr/>
        </p:nvSpPr>
        <p:spPr>
          <a:xfrm>
            <a:off x="7863840" y="2761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>
                <a:solidFill>
                  <a:srgbClr val="123B5D"/>
                </a:solidFill>
                <a:latin typeface="Aptos"/>
              </a:rPr>
              <a:t>What this sets up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45552" y="3072384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 algn="l">
              <a:buSzPct val="100000"/>
              <a:buChar char="•"/>
            </a:pPr>
            <a:r>
              <a:rPr sz="1460" dirty="0">
                <a:solidFill>
                  <a:srgbClr val="1F2833"/>
                </a:solidFill>
                <a:latin typeface="Aptos"/>
              </a:rPr>
              <a:t>• N = 1500 defines the closed population.</a:t>
            </a:r>
            <a:endParaRPr lang="en-US" sz="1550" dirty="0"/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N_STAGES = 9 gives the infected stages I₁ through I₉.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GAMMA = 1 means people move one stage per day.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TARGET_I7 = 10 is the week-1 calibration condition.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y0 stores the initial state: 1499 susceptible, 1 infected, 0 recovered.</a:t>
            </a:r>
            <a:endParaRPr lang="en-US" sz="1460" dirty="0">
              <a:solidFill>
                <a:srgbClr val="1F2833"/>
              </a:solidFill>
              <a:latin typeface="Aptos"/>
            </a:endParaRPr>
          </a:p>
          <a:p>
            <a:r>
              <a:rPr lang="en-US" sz="1600" dirty="0"/>
              <a:t># total_infected_at_day_7(β)−10=0</a:t>
            </a:r>
            <a:endParaRPr lang="en-US" sz="1600" dirty="0">
              <a:solidFill>
                <a:srgbClr val="1F2833"/>
              </a:solidFill>
              <a:latin typeface="Consolas"/>
            </a:endParaRPr>
          </a:p>
          <a:p>
            <a:pPr algn="l"/>
            <a:endParaRPr sz="1460" dirty="0">
              <a:solidFill>
                <a:srgbClr val="1F2833"/>
              </a:solidFill>
              <a:latin typeface="Apto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square" anchor="t"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50">
                <a:solidFill>
                  <a:srgbClr val="5A6570"/>
                </a:solidFill>
                <a:latin typeface="Aptos"/>
              </a:rPr>
              <a:t>6</a:t>
            </a:r>
            <a:endParaRPr lang="en-US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EE713319-6A70-374C-4FC6-8DAF344FC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15" y="5939028"/>
            <a:ext cx="11402769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400" b="1">
                <a:solidFill>
                  <a:srgbClr val="123B5D"/>
                </a:solidFill>
                <a:latin typeface="Aptos Display"/>
              </a:rPr>
              <a:t>Defining the 11-compartment ODE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 dirty="0">
                <a:solidFill>
                  <a:srgbClr val="5A6570"/>
                </a:solidFill>
                <a:latin typeface="Aptos"/>
              </a:rPr>
              <a:t>Python function for the model equations</a:t>
            </a:r>
            <a:r>
              <a:rPr lang="en-US" sz="1150" dirty="0">
                <a:solidFill>
                  <a:srgbClr val="5A6570"/>
                </a:solidFill>
                <a:latin typeface="Aptos"/>
              </a:rPr>
              <a:t> (NumPy) 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7824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137160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Set parameters
and y0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2761488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63240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6F5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91256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83864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Define the
ODE system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5074920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76672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04688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97296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Solve with
RK45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7388352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9248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818120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20304" y="1399032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Fit β with
Brent's method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786384" y="2514600"/>
            <a:ext cx="10652760" cy="3547872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05840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23B5D"/>
                </a:solidFill>
                <a:latin typeface="Aptos"/>
              </a:rPr>
              <a:t>ODE Setup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24128" y="3063239"/>
            <a:ext cx="6492240" cy="2857269"/>
          </a:xfrm>
          <a:prstGeom prst="rect">
            <a:avLst/>
          </a:prstGeom>
          <a:solidFill>
            <a:srgbClr val="F7F8FA"/>
          </a:solidFill>
          <a:ln>
            <a:solidFill>
              <a:srgbClr val="D8DEE6"/>
            </a:solidFill>
          </a:ln>
        </p:spPr>
        <p:txBody>
          <a:bodyPr wrap="none" lIns="1016" tIns="1016" rIns="1016" bIns="1016" rtlCol="0" anchor="t"/>
          <a:lstStyle/>
          <a:p>
            <a:pPr marL="0" indent="0" algn="l">
              <a:buNone/>
            </a:pPr>
            <a:r>
              <a:rPr sz="1210" dirty="0">
                <a:solidFill>
                  <a:srgbClr val="1F2833"/>
                </a:solidFill>
                <a:latin typeface="Consolas"/>
              </a:rPr>
              <a:t>def h1n1_system(t, y, beta):</a:t>
            </a:r>
            <a:endParaRPr lang="en-US" sz="1350" dirty="0"/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S = y[0]</a:t>
            </a: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I = y[1:1 + N_STAGES]</a:t>
            </a: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Itot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 =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np.sum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(I)</a:t>
            </a:r>
          </a:p>
          <a:p>
            <a:pPr algn="l"/>
            <a:endParaRPr sz="12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dydt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 =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np.zeros_like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(y)</a:t>
            </a:r>
          </a:p>
          <a:p>
            <a:pPr algn="l"/>
            <a:endParaRPr sz="12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dydt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[0] = -(beta / N) * S *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Itot</a:t>
            </a:r>
            <a:endParaRPr sz="12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dydt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[1] = (beta / N) * S *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Itot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 - GAMMA * I[0]</a:t>
            </a:r>
          </a:p>
          <a:p>
            <a:pPr algn="l"/>
            <a:endParaRPr sz="12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for j in range(1, N_STAGES):</a:t>
            </a: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dydt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[j + 1] = GAMMA * I[j - 1] - GAMMA * I[j]</a:t>
            </a:r>
          </a:p>
          <a:p>
            <a:pPr algn="l"/>
            <a:endParaRPr sz="12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dydt</a:t>
            </a:r>
            <a:r>
              <a:rPr sz="1210" dirty="0">
                <a:solidFill>
                  <a:srgbClr val="1F2833"/>
                </a:solidFill>
                <a:latin typeface="Consolas"/>
              </a:rPr>
              <a:t>[-1] = GAMMA * I[-1]</a:t>
            </a:r>
          </a:p>
          <a:p>
            <a:pPr algn="l"/>
            <a:r>
              <a:rPr sz="1210" dirty="0">
                <a:solidFill>
                  <a:srgbClr val="1F2833"/>
                </a:solidFill>
                <a:latin typeface="Consolas"/>
              </a:rPr>
              <a:t>    return </a:t>
            </a:r>
            <a:r>
              <a:rPr sz="1210" dirty="0" err="1">
                <a:solidFill>
                  <a:srgbClr val="1F2833"/>
                </a:solidFill>
                <a:latin typeface="Consolas"/>
              </a:rPr>
              <a:t>dydt</a:t>
            </a:r>
            <a:endParaRPr sz="1210" dirty="0">
              <a:solidFill>
                <a:srgbClr val="1F2833"/>
              </a:solidFill>
              <a:latin typeface="Consola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863840" y="2761488"/>
            <a:ext cx="2591724" cy="15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 dirty="0">
                <a:solidFill>
                  <a:srgbClr val="123B5D"/>
                </a:solidFill>
                <a:latin typeface="Aptos"/>
              </a:rPr>
              <a:t>Meaning of each part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45552" y="3072384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>
              <a:buSzPct val="100000"/>
            </a:pPr>
            <a:r>
              <a:rPr sz="1460" dirty="0">
                <a:solidFill>
                  <a:srgbClr val="1F2833"/>
                </a:solidFill>
                <a:latin typeface="Aptos"/>
              </a:rPr>
              <a:t>• S is the susceptible population.</a:t>
            </a:r>
            <a:endParaRPr lang="en-US" sz="1550" dirty="0"/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I stores the 9 infected compartments.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Itot</a:t>
            </a:r>
            <a:r>
              <a:rPr sz="1460" dirty="0">
                <a:solidFill>
                  <a:srgbClr val="1F2833"/>
                </a:solidFill>
                <a:latin typeface="Aptos"/>
              </a:rPr>
              <a:t> = sum(I) is the total infected population.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dydt</a:t>
            </a:r>
            <a:r>
              <a:rPr sz="1460" dirty="0">
                <a:solidFill>
                  <a:srgbClr val="1F2833"/>
                </a:solidFill>
                <a:latin typeface="Aptos"/>
              </a:rPr>
              <a:t>[0] models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susceptibles</a:t>
            </a:r>
            <a:r>
              <a:rPr sz="1460" dirty="0">
                <a:solidFill>
                  <a:srgbClr val="1F2833"/>
                </a:solidFill>
                <a:latin typeface="Aptos"/>
              </a:rPr>
              <a:t> becoming infected.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dydt</a:t>
            </a:r>
            <a:r>
              <a:rPr sz="1460" dirty="0">
                <a:solidFill>
                  <a:srgbClr val="1F2833"/>
                </a:solidFill>
                <a:latin typeface="Aptos"/>
              </a:rPr>
              <a:t>[1] places new infections into I₁.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The loop moves people through I₂ to I₉.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dydt</a:t>
            </a:r>
            <a:r>
              <a:rPr sz="1460" dirty="0">
                <a:solidFill>
                  <a:srgbClr val="1F2833"/>
                </a:solidFill>
                <a:latin typeface="Aptos"/>
              </a:rPr>
              <a:t>[-1] moves people from I₉ into recovery.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square" anchor="t"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50">
                <a:solidFill>
                  <a:srgbClr val="5A6570"/>
                </a:solidFill>
                <a:latin typeface="Aptos"/>
              </a:rPr>
              <a:t>7</a:t>
            </a:r>
            <a:endParaRPr lang="en-US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DA9B8FAA-2054-7B13-1899-07BBB7387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831" y="6181343"/>
            <a:ext cx="11402769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8321040" cy="36576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400" b="1" i="0">
                <a:solidFill>
                  <a:srgbClr val="123B5D"/>
                </a:solidFill>
                <a:latin typeface="Aptos Display"/>
              </a:rPr>
              <a:t>Why we use Runge-Kutta (RK45)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7955279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 i="0">
                <a:solidFill>
                  <a:srgbClr val="5A6570"/>
                </a:solidFill>
                <a:latin typeface="Aptos"/>
              </a:rPr>
              <a:t>What it is and why it fits this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1646175"/>
            <a:ext cx="539496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650" b="1" i="0" dirty="0">
                <a:solidFill>
                  <a:srgbClr val="123B5D"/>
                </a:solidFill>
                <a:latin typeface="Aptos"/>
              </a:rPr>
              <a:t>What RK45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070146"/>
            <a:ext cx="5394960" cy="214884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A numerical method for approximating solutions to ordinary differential equations.</a:t>
            </a:r>
          </a:p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Starts from the initial condition vector y0 and repeatedly estimates slopes to move the solution forward in time.</a:t>
            </a:r>
          </a:p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RK45 is adaptive, so it automatically adjusts the step size for accuracy and efficiency.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503200"/>
            <a:ext cx="3749039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650" b="1" i="0" dirty="0">
                <a:solidFill>
                  <a:srgbClr val="123B5D"/>
                </a:solidFill>
                <a:latin typeface="Aptos"/>
              </a:rPr>
              <a:t>Why we use it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61982"/>
            <a:ext cx="3749039" cy="214884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Our outbreak model is nonlinear because the infection term contains S · I.</a:t>
            </a:r>
          </a:p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That makes the full 11-equation system difficult to solve analytically by hand.</a:t>
            </a:r>
          </a:p>
          <a:p>
            <a:pPr algn="l">
              <a:spcAft>
                <a:spcPts val="600"/>
              </a:spcAft>
            </a:pPr>
            <a:r>
              <a:rPr sz="1450" b="0" i="0" dirty="0" err="1">
                <a:solidFill>
                  <a:srgbClr val="1F2833"/>
                </a:solidFill>
                <a:latin typeface="Aptos"/>
              </a:rPr>
              <a:t>solve_ivp</a:t>
            </a:r>
            <a:r>
              <a:rPr sz="1450" b="0" i="0" dirty="0">
                <a:solidFill>
                  <a:srgbClr val="1F2833"/>
                </a:solidFill>
                <a:latin typeface="Aptos"/>
              </a:rPr>
              <a:t>(method="RK45") returns numerical values for S(t), I₁(t), …, I₉(t), and R(t).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36422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3E4907-EA42-ECDC-A3BD-5EFD9720B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528" y="1069848"/>
            <a:ext cx="3905744" cy="528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400" b="1">
                <a:solidFill>
                  <a:srgbClr val="123B5D"/>
                </a:solidFill>
                <a:latin typeface="Aptos Display"/>
              </a:rPr>
              <a:t>Numerically solving the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 dirty="0">
                <a:solidFill>
                  <a:srgbClr val="5A6570"/>
                </a:solidFill>
                <a:latin typeface="Aptos"/>
              </a:rPr>
              <a:t>Runge-</a:t>
            </a:r>
            <a:r>
              <a:rPr sz="1150" dirty="0" err="1">
                <a:solidFill>
                  <a:srgbClr val="5A6570"/>
                </a:solidFill>
                <a:latin typeface="Aptos"/>
              </a:rPr>
              <a:t>Kutta</a:t>
            </a:r>
            <a:r>
              <a:rPr sz="1150" dirty="0">
                <a:solidFill>
                  <a:srgbClr val="5A6570"/>
                </a:solidFill>
                <a:latin typeface="Aptos"/>
              </a:rPr>
              <a:t> simulation with </a:t>
            </a:r>
            <a:r>
              <a:rPr sz="1150" dirty="0" err="1">
                <a:solidFill>
                  <a:srgbClr val="5A6570"/>
                </a:solidFill>
                <a:latin typeface="Aptos"/>
              </a:rPr>
              <a:t>solve_ivp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7824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F2833"/>
                </a:solidFill>
                <a:latin typeface="Aptos"/>
              </a:rPr>
              <a:t>Set parameters
and y0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2761488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63240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91256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83864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F2833"/>
                </a:solidFill>
                <a:latin typeface="Aptos"/>
              </a:rPr>
              <a:t>Define the
ODE system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5074920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76672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6F5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04688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97296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F2833"/>
                </a:solidFill>
                <a:latin typeface="Aptos"/>
              </a:rPr>
              <a:t>Solve with
RK45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7388352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818120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55864" y="140817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Fit β with
Brent's method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786384" y="2514600"/>
            <a:ext cx="10652760" cy="3876964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05840" y="26244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 dirty="0" err="1">
                <a:solidFill>
                  <a:srgbClr val="123B5D"/>
                </a:solidFill>
                <a:latin typeface="Aptos"/>
              </a:rPr>
              <a:t>solve_ivp</a:t>
            </a:r>
            <a:r>
              <a:rPr sz="1650" b="1" dirty="0">
                <a:solidFill>
                  <a:srgbClr val="123B5D"/>
                </a:solidFill>
                <a:latin typeface="Aptos"/>
              </a:rPr>
              <a:t> with RK45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24127" y="3072384"/>
            <a:ext cx="6568163" cy="3081528"/>
          </a:xfrm>
          <a:prstGeom prst="rect">
            <a:avLst/>
          </a:prstGeom>
          <a:solidFill>
            <a:srgbClr val="F7F8FA"/>
          </a:solidFill>
          <a:ln>
            <a:solidFill>
              <a:srgbClr val="D8DEE6"/>
            </a:solidFill>
          </a:ln>
        </p:spPr>
        <p:txBody>
          <a:bodyPr wrap="none" lIns="1016" tIns="1016" rIns="1016" bIns="1016" rtlCol="0" anchor="t"/>
          <a:lstStyle/>
          <a:p>
            <a:pPr marL="0" indent="0" algn="l">
              <a:buNone/>
            </a:pPr>
            <a:r>
              <a:rPr sz="1160" dirty="0">
                <a:solidFill>
                  <a:srgbClr val="1F2833"/>
                </a:solidFill>
                <a:latin typeface="Consolas"/>
              </a:rPr>
              <a:t>def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solve_model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(beta,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t_end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=T_END,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num_points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=2001):</a:t>
            </a:r>
            <a:endParaRPr lang="en-US" sz="1350" dirty="0"/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t_eval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 =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np.linspace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(0,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t_end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,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num_points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)</a:t>
            </a:r>
          </a:p>
          <a:p>
            <a:pPr algn="l"/>
            <a:endParaRPr sz="116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sol =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solve_ivp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(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fun=lambda t, y: h1n1_system(t, y, beta),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t_span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=(0,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t_end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),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y0=y0,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t_eval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=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t_eval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,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method="RK45",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rtol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=1e-9,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atol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=1e-12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)</a:t>
            </a:r>
          </a:p>
          <a:p>
            <a:pPr algn="l"/>
            <a:endParaRPr sz="116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if not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sol.success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:</a:t>
            </a: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    raise 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RuntimeError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(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f"ODE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 solver failed: {</a:t>
            </a:r>
            <a:r>
              <a:rPr sz="1160" dirty="0" err="1">
                <a:solidFill>
                  <a:srgbClr val="1F2833"/>
                </a:solidFill>
                <a:latin typeface="Consolas"/>
              </a:rPr>
              <a:t>sol.message</a:t>
            </a:r>
            <a:r>
              <a:rPr sz="1160" dirty="0">
                <a:solidFill>
                  <a:srgbClr val="1F2833"/>
                </a:solidFill>
                <a:latin typeface="Consolas"/>
              </a:rPr>
              <a:t>}")</a:t>
            </a:r>
          </a:p>
          <a:p>
            <a:pPr algn="l"/>
            <a:endParaRPr sz="116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160" dirty="0">
                <a:solidFill>
                  <a:srgbClr val="1F2833"/>
                </a:solidFill>
                <a:latin typeface="Consolas"/>
              </a:rPr>
              <a:t>    return sol</a:t>
            </a:r>
          </a:p>
        </p:txBody>
      </p:sp>
      <p:sp>
        <p:nvSpPr>
          <p:cNvPr id="22" name="Text 20"/>
          <p:cNvSpPr/>
          <p:nvPr/>
        </p:nvSpPr>
        <p:spPr>
          <a:xfrm>
            <a:off x="7863840" y="2761488"/>
            <a:ext cx="26933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 dirty="0">
                <a:solidFill>
                  <a:srgbClr val="123B5D"/>
                </a:solidFill>
                <a:latin typeface="Aptos"/>
              </a:rPr>
              <a:t>Why this step is needed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45552" y="3072384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>
              <a:buSzPct val="100000"/>
            </a:pPr>
            <a:r>
              <a:rPr sz="1460" dirty="0">
                <a:solidFill>
                  <a:srgbClr val="1F2833"/>
                </a:solidFill>
                <a:latin typeface="Aptos"/>
              </a:rPr>
              <a:t>• The system is nonlinear because of the term S · I.</a:t>
            </a:r>
            <a:endParaRPr lang="en-US" sz="1550" dirty="0"/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solve_ivp</a:t>
            </a:r>
            <a:r>
              <a:rPr sz="1460" dirty="0">
                <a:solidFill>
                  <a:srgbClr val="1F2833"/>
                </a:solidFill>
                <a:latin typeface="Aptos"/>
              </a:rPr>
              <a:t> computes numerical values for all 11 compartments.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method="RK45" uses an adaptive Runge-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Kutta</a:t>
            </a:r>
            <a:r>
              <a:rPr sz="1460" dirty="0">
                <a:solidFill>
                  <a:srgbClr val="1F2833"/>
                </a:solidFill>
                <a:latin typeface="Aptos"/>
              </a:rPr>
              <a:t> solver.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t_eval</a:t>
            </a:r>
            <a:r>
              <a:rPr sz="1460" dirty="0">
                <a:solidFill>
                  <a:srgbClr val="1F2833"/>
                </a:solidFill>
                <a:latin typeface="Aptos"/>
              </a:rPr>
              <a:t> stores the solution at 2001 time points.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This produces the full outbreak curves over 200 days.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square" anchor="t"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50">
                <a:solidFill>
                  <a:srgbClr val="5A6570"/>
                </a:solidFill>
                <a:latin typeface="Aptos"/>
              </a:rPr>
              <a:t>8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8321040" cy="36576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400" b="1" i="0">
                <a:solidFill>
                  <a:srgbClr val="123B5D"/>
                </a:solidFill>
                <a:latin typeface="Aptos Display"/>
              </a:rPr>
              <a:t>Why we use Brent’s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7955279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 i="0">
                <a:solidFill>
                  <a:srgbClr val="5A6570"/>
                </a:solidFill>
                <a:latin typeface="Aptos"/>
              </a:rPr>
              <a:t>Root finding for the unknown transmission parameter 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560645"/>
            <a:ext cx="539496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650" b="1" i="0" dirty="0">
                <a:solidFill>
                  <a:srgbClr val="123B5D"/>
                </a:solidFill>
                <a:latin typeface="Aptos"/>
              </a:rPr>
              <a:t>What Brent’s method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184481"/>
            <a:ext cx="5394960" cy="214884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A root-finding algorithm that searches for a value where an objective function equals zero.</a:t>
            </a:r>
          </a:p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In our code, the objective is f(β) = I(7;β) - 10.</a:t>
            </a:r>
          </a:p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The search is restricted to a bracket, here (0.3, 0.4), where the solution is expected to lie.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8969" y="3150662"/>
            <a:ext cx="3749039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650" b="1" i="0" dirty="0">
                <a:solidFill>
                  <a:srgbClr val="123B5D"/>
                </a:solidFill>
                <a:latin typeface="Aptos"/>
              </a:rPr>
              <a:t>Why we use it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8403" y="3497580"/>
            <a:ext cx="3749039" cy="2341667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β is unknown, so we cannot run the final outbreak simulation until it is calibrated.</a:t>
            </a:r>
          </a:p>
          <a:p>
            <a:pPr algn="l"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For each trial β, we solve the ODE system to day 7 and compute I(7) = I₁(7)+···+I₉(7).</a:t>
            </a:r>
          </a:p>
          <a:p>
            <a:pPr>
              <a:spcAft>
                <a:spcPts val="600"/>
              </a:spcAft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If I(7) is above or below 10, Brent’s method keeps refining β until I(7)</a:t>
            </a:r>
            <a:r>
              <a:rPr lang="el-GR" sz="1450" dirty="0">
                <a:solidFill>
                  <a:srgbClr val="1F2833"/>
                </a:solidFill>
              </a:rPr>
              <a:t>(β)</a:t>
            </a:r>
            <a:r>
              <a:rPr sz="1450" b="0" i="0" dirty="0">
                <a:solidFill>
                  <a:srgbClr val="1F2833"/>
                </a:solidFill>
                <a:latin typeface="Aptos"/>
              </a:rPr>
              <a:t> - 10 = 0.</a:t>
            </a:r>
            <a:endParaRPr lang="en-US" sz="1450" b="0" i="0" dirty="0">
              <a:solidFill>
                <a:srgbClr val="1F2833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lang="en-US" sz="1450" dirty="0"/>
              <a:t>Brent’s method was a good choice because it is both robust and efficient for a one-variable root-finding problem like ours</a:t>
            </a:r>
            <a:endParaRPr sz="1450" b="0" i="0" dirty="0">
              <a:solidFill>
                <a:srgbClr val="1F2833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5007" y="6214780"/>
            <a:ext cx="9509760" cy="32004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450" b="1" i="0" dirty="0">
                <a:solidFill>
                  <a:srgbClr val="1F2833"/>
                </a:solidFill>
                <a:latin typeface="Aptos"/>
              </a:rPr>
              <a:t>Key idea: Brent’s method is how we determine the calibrated transmission rate β ≈ 0.339976.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36422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A6570"/>
                </a:solidFill>
                <a:latin typeface="Aptos"/>
              </a:rPr>
              <a:t>11</a:t>
            </a:r>
          </a:p>
        </p:txBody>
      </p:sp>
      <p:pic>
        <p:nvPicPr>
          <p:cNvPr id="3074" name="Picture 2" descr="A simple way to find the root of a function of one variable - The DO Loop">
            <a:extLst>
              <a:ext uri="{FF2B5EF4-FFF2-40B4-BE49-F238E27FC236}">
                <a16:creationId xmlns:a16="http://schemas.microsoft.com/office/drawing/2014/main" id="{AE397DBE-6B46-B65C-D497-40A7729F3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1" y="13314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troduction to Root Finding Methods">
            <a:extLst>
              <a:ext uri="{FF2B5EF4-FFF2-40B4-BE49-F238E27FC236}">
                <a16:creationId xmlns:a16="http://schemas.microsoft.com/office/drawing/2014/main" id="{BD3313D7-6636-8DC1-D40D-C2088E28D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443" y="3736722"/>
            <a:ext cx="2548775" cy="198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400" b="1">
                <a:solidFill>
                  <a:srgbClr val="123B5D"/>
                </a:solidFill>
                <a:latin typeface="Aptos Display"/>
              </a:rPr>
              <a:t>Calibrating the transmission parameter 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50">
                <a:solidFill>
                  <a:srgbClr val="5A6570"/>
                </a:solidFill>
                <a:latin typeface="Aptos"/>
              </a:rPr>
              <a:t>Using the condition I(7) = 10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77824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137160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Set parameters
and y0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2761488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063240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91256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83864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Define the
ODE system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5074920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376672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2FA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04688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97296" y="143560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Solve with
RK45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7388352" y="14721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5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298448"/>
            <a:ext cx="1920240" cy="822960"/>
          </a:xfrm>
          <a:prstGeom prst="roundRect">
            <a:avLst>
              <a:gd name="adj" fmla="val 5556"/>
            </a:avLst>
          </a:prstGeom>
          <a:solidFill>
            <a:srgbClr val="EAF6F5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818120" y="1517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>
                <a:solidFill>
                  <a:srgbClr val="123B5D"/>
                </a:solidFill>
                <a:latin typeface="Aptos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55864" y="138988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600" b="1" dirty="0">
                <a:solidFill>
                  <a:srgbClr val="1F2833"/>
                </a:solidFill>
                <a:latin typeface="Aptos"/>
              </a:rPr>
              <a:t>Fit β with
Brent's method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786384" y="2514600"/>
            <a:ext cx="10652760" cy="378460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05840" y="27432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 dirty="0">
                <a:solidFill>
                  <a:srgbClr val="123B5D"/>
                </a:solidFill>
                <a:latin typeface="Aptos"/>
              </a:rPr>
              <a:t>Finding β with </a:t>
            </a:r>
            <a:r>
              <a:rPr sz="1650" b="1" dirty="0" err="1">
                <a:solidFill>
                  <a:srgbClr val="123B5D"/>
                </a:solidFill>
                <a:latin typeface="Aptos"/>
              </a:rPr>
              <a:t>brentq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24128" y="3063240"/>
            <a:ext cx="6492240" cy="3143596"/>
          </a:xfrm>
          <a:prstGeom prst="rect">
            <a:avLst/>
          </a:prstGeom>
          <a:solidFill>
            <a:srgbClr val="F7F8FA"/>
          </a:solidFill>
          <a:ln>
            <a:solidFill>
              <a:srgbClr val="D8DEE6"/>
            </a:solidFill>
          </a:ln>
        </p:spPr>
        <p:txBody>
          <a:bodyPr wrap="none" lIns="1016" tIns="1016" rIns="1016" bIns="1016" rtlCol="0" anchor="t"/>
          <a:lstStyle/>
          <a:p>
            <a:pPr marL="0" indent="0" algn="l">
              <a:buNone/>
            </a:pPr>
            <a:r>
              <a:rPr sz="1110" dirty="0">
                <a:solidFill>
                  <a:srgbClr val="1F2833"/>
                </a:solidFill>
                <a:latin typeface="Consolas"/>
              </a:rPr>
              <a:t>def total_infected_at_day_7(beta):</a:t>
            </a:r>
            <a:endParaRPr lang="en-US" sz="1350" dirty="0"/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sol =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solve_ivp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(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fun=lambda t, y: h1n1_system(t, y, beta),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t_span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=(0, 7),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y0=y0,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t_eval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=[7],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method="RK45",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rtol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=1e-9,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atol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=1e-12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)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infected_stages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 =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sol.y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[1:1 + N_STAGES, 0]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return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np.sum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(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infected_stages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)</a:t>
            </a:r>
          </a:p>
          <a:p>
            <a:pPr algn="l"/>
            <a:endParaRPr sz="11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def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fit_beta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(target_i7=TARGET_I7, bracket=BETA_BRACKET):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def objective(beta):</a:t>
            </a: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    return total_infected_at_day_7(beta) - target_i7</a:t>
            </a:r>
          </a:p>
          <a:p>
            <a:pPr algn="l"/>
            <a:endParaRPr sz="1110" dirty="0">
              <a:solidFill>
                <a:srgbClr val="1F2833"/>
              </a:solidFill>
              <a:latin typeface="Consolas"/>
            </a:endParaRPr>
          </a:p>
          <a:p>
            <a:pPr algn="l"/>
            <a:r>
              <a:rPr sz="1110" dirty="0">
                <a:solidFill>
                  <a:srgbClr val="1F2833"/>
                </a:solidFill>
                <a:latin typeface="Consolas"/>
              </a:rPr>
              <a:t>    return </a:t>
            </a:r>
            <a:r>
              <a:rPr sz="1110" dirty="0" err="1">
                <a:solidFill>
                  <a:srgbClr val="1F2833"/>
                </a:solidFill>
                <a:latin typeface="Consolas"/>
              </a:rPr>
              <a:t>brentq</a:t>
            </a:r>
            <a:r>
              <a:rPr sz="1110" dirty="0">
                <a:solidFill>
                  <a:srgbClr val="1F2833"/>
                </a:solidFill>
                <a:latin typeface="Consolas"/>
              </a:rPr>
              <a:t>(objective, bracket[0], bracket[1])</a:t>
            </a:r>
          </a:p>
        </p:txBody>
      </p:sp>
      <p:sp>
        <p:nvSpPr>
          <p:cNvPr id="22" name="Text 20"/>
          <p:cNvSpPr/>
          <p:nvPr/>
        </p:nvSpPr>
        <p:spPr>
          <a:xfrm>
            <a:off x="7863840" y="2761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650" b="1">
                <a:solidFill>
                  <a:srgbClr val="123B5D"/>
                </a:solidFill>
                <a:latin typeface="Aptos"/>
              </a:rPr>
              <a:t>What this does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845552" y="3072384"/>
            <a:ext cx="3154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algn="l">
              <a:buSzPct val="100000"/>
            </a:pPr>
            <a:r>
              <a:rPr sz="1460" dirty="0">
                <a:solidFill>
                  <a:srgbClr val="1F2833"/>
                </a:solidFill>
                <a:latin typeface="Aptos"/>
              </a:rPr>
              <a:t>• β is unknown before solving the model.</a:t>
            </a:r>
            <a:endParaRPr lang="en-US" sz="1550" dirty="0"/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For each trial β, we solve the system up to day 7.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We compute I(7) = I₁(7) + ··· + I₉(7).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The objective function is I(7) − 10.</a:t>
            </a:r>
          </a:p>
          <a:p>
            <a:pPr algn="l"/>
            <a:r>
              <a:rPr sz="1460" dirty="0">
                <a:solidFill>
                  <a:srgbClr val="1F2833"/>
                </a:solidFill>
                <a:latin typeface="Aptos"/>
              </a:rPr>
              <a:t>• </a:t>
            </a:r>
            <a:r>
              <a:rPr sz="1460" dirty="0" err="1">
                <a:solidFill>
                  <a:srgbClr val="1F2833"/>
                </a:solidFill>
                <a:latin typeface="Aptos"/>
              </a:rPr>
              <a:t>brentq</a:t>
            </a:r>
            <a:r>
              <a:rPr sz="1460" dirty="0">
                <a:solidFill>
                  <a:srgbClr val="1F2833"/>
                </a:solidFill>
                <a:latin typeface="Aptos"/>
              </a:rPr>
              <a:t> searches the interval (0.3, 0.4) for the β value that makes the objective equal 0.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wrap="square" anchor="t"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r>
              <a:rPr sz="950">
                <a:solidFill>
                  <a:srgbClr val="5A6570"/>
                </a:solidFill>
                <a:latin typeface="Aptos"/>
              </a:rPr>
              <a:t>9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 model outputs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56692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005840" y="1627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numerical results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87552" y="2514600"/>
            <a:ext cx="512064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005840" y="2084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Transmission parameter 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6280" y="2084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A8F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0.339976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87552" y="3227832"/>
            <a:ext cx="512064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005840" y="27980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total infected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F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787.77 people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87552" y="3941064"/>
            <a:ext cx="512064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005840" y="35112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of peak infection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35112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F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27.1 days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87552" y="4654296"/>
            <a:ext cx="512064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1005840" y="4224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susceptible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F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83.32 people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87552" y="5367528"/>
            <a:ext cx="512064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005840" y="4937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recovered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6280" y="4937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2F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1416.68 people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720840" y="1417320"/>
            <a:ext cx="4754880" cy="1325880"/>
          </a:xfrm>
          <a:prstGeom prst="roundRect">
            <a:avLst>
              <a:gd name="adj" fmla="val 4138"/>
            </a:avLst>
          </a:prstGeom>
          <a:solidFill>
            <a:srgbClr val="FBF3E4"/>
          </a:solidFill>
          <a:ln w="12700">
            <a:solidFill>
              <a:srgbClr val="EFE0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7004304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takeaway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004304" y="200253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outbreak infects most of the population before it dies out.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9232"/>
            <a:ext cx="4754880" cy="2852928"/>
          </a:xfrm>
          <a:prstGeom prst="roundRect">
            <a:avLst>
              <a:gd name="adj" fmla="val 1923"/>
            </a:avLst>
          </a:prstGeom>
          <a:solidFill>
            <a:srgbClr val="EAF2FA"/>
          </a:solidFill>
          <a:ln w="1270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986016" y="3383280"/>
            <a:ext cx="40690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relatively large calibrated β creates a fast epidemic wave.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peak occurs around day 27, when the infected population is largest.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about 83 people remain uninfected at the end of the simulation.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F836-FF55-092E-F82F-F09B0262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841E9D-DAA5-21F5-EB2C-BBDD07958AAA}"/>
              </a:ext>
            </a:extLst>
          </p:cNvPr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1 Code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0A0B51-9EF1-7449-61C0-07104460E7CF}"/>
              </a:ext>
            </a:extLst>
          </p:cNvPr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7379B1E-65BD-E1E5-1122-8FC2ED8DD44E}"/>
              </a:ext>
            </a:extLst>
          </p:cNvPr>
          <p:cNvSpPr/>
          <p:nvPr/>
        </p:nvSpPr>
        <p:spPr>
          <a:xfrm>
            <a:off x="686539" y="1163535"/>
            <a:ext cx="10652760" cy="4795217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B43E4B7-EC5A-4B52-61BB-43AD548B51E4}"/>
              </a:ext>
            </a:extLst>
          </p:cNvPr>
          <p:cNvSpPr/>
          <p:nvPr/>
        </p:nvSpPr>
        <p:spPr>
          <a:xfrm>
            <a:off x="926592" y="137108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6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DDC6470-8969-BC4C-742B-217F273366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0CD4BA-84EE-6F78-E909-CEFF4F5CE984}"/>
              </a:ext>
            </a:extLst>
          </p:cNvPr>
          <p:cNvSpPr txBox="1"/>
          <p:nvPr/>
        </p:nvSpPr>
        <p:spPr>
          <a:xfrm>
            <a:off x="926591" y="1785703"/>
            <a:ext cx="954744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83E0F1"/>
                </a:solidFill>
                <a:latin typeface="Consolas" panose="020B0609020204030204" pitchFamily="49" charset="0"/>
              </a:rPr>
              <a:t>def</a:t>
            </a:r>
            <a:r>
              <a:rPr lang="en-CA" sz="1600" dirty="0">
                <a:latin typeface="Consolas" panose="020B0609020204030204" pitchFamily="49" charset="0"/>
              </a:rPr>
              <a:t> </a:t>
            </a:r>
            <a:r>
              <a:rPr lang="en-CA" sz="1600" dirty="0" err="1">
                <a:latin typeface="Consolas" panose="020B0609020204030204" pitchFamily="49" charset="0"/>
              </a:rPr>
              <a:t>save_plots</a:t>
            </a:r>
            <a:r>
              <a:rPr lang="en-CA" sz="1600" dirty="0">
                <a:latin typeface="Consolas" panose="020B0609020204030204" pitchFamily="49" charset="0"/>
              </a:rPr>
              <a:t>(results):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t = results["t"]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S = results["S"]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I_total</a:t>
            </a:r>
            <a:r>
              <a:rPr lang="en-CA" sz="1600" dirty="0">
                <a:latin typeface="Consolas" panose="020B0609020204030204" pitchFamily="49" charset="0"/>
              </a:rPr>
              <a:t> = results["</a:t>
            </a:r>
            <a:r>
              <a:rPr lang="en-CA" sz="1600" dirty="0" err="1">
                <a:latin typeface="Consolas" panose="020B0609020204030204" pitchFamily="49" charset="0"/>
              </a:rPr>
              <a:t>I_total</a:t>
            </a:r>
            <a:r>
              <a:rPr lang="en-CA" sz="1600" dirty="0">
                <a:latin typeface="Consolas" panose="020B0609020204030204" pitchFamily="49" charset="0"/>
              </a:rPr>
              <a:t>"]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R = results["R"]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I_stages</a:t>
            </a:r>
            <a:r>
              <a:rPr lang="en-CA" sz="1600" dirty="0">
                <a:latin typeface="Consolas" panose="020B0609020204030204" pitchFamily="49" charset="0"/>
              </a:rPr>
              <a:t> = results["</a:t>
            </a:r>
            <a:r>
              <a:rPr lang="en-CA" sz="1600" dirty="0" err="1">
                <a:latin typeface="Consolas" panose="020B0609020204030204" pitchFamily="49" charset="0"/>
              </a:rPr>
              <a:t>I_stages</a:t>
            </a:r>
            <a:r>
              <a:rPr lang="en-CA" sz="1600" dirty="0">
                <a:latin typeface="Consolas" panose="020B0609020204030204" pitchFamily="49" charset="0"/>
              </a:rPr>
              <a:t>"]</a:t>
            </a:r>
          </a:p>
          <a:p>
            <a:endParaRPr lang="en-CA" sz="1600" dirty="0">
              <a:latin typeface="Consolas" panose="020B0609020204030204" pitchFamily="49" charset="0"/>
            </a:endParaRP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# Graph 1: S(t), I(t), R(t)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plt.figure</a:t>
            </a:r>
            <a:r>
              <a:rPr lang="en-CA" sz="1600" dirty="0">
                <a:latin typeface="Consolas" panose="020B0609020204030204" pitchFamily="49" charset="0"/>
              </a:rPr>
              <a:t>(</a:t>
            </a:r>
            <a:r>
              <a:rPr lang="en-CA" sz="1600" dirty="0" err="1">
                <a:latin typeface="Consolas" panose="020B0609020204030204" pitchFamily="49" charset="0"/>
              </a:rPr>
              <a:t>figsize</a:t>
            </a:r>
            <a:r>
              <a:rPr lang="en-CA" sz="1600" dirty="0">
                <a:latin typeface="Consolas" panose="020B0609020204030204" pitchFamily="49" charset="0"/>
              </a:rPr>
              <a:t>=(8, 5))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plt.plot</a:t>
            </a:r>
            <a:r>
              <a:rPr lang="en-CA" sz="1600" dirty="0">
                <a:latin typeface="Consolas" panose="020B0609020204030204" pitchFamily="49" charset="0"/>
              </a:rPr>
              <a:t>(t, S, label="S(t)")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plt.plot</a:t>
            </a:r>
            <a:r>
              <a:rPr lang="en-CA" sz="1600" dirty="0">
                <a:latin typeface="Consolas" panose="020B0609020204030204" pitchFamily="49" charset="0"/>
              </a:rPr>
              <a:t>(t, </a:t>
            </a:r>
            <a:r>
              <a:rPr lang="en-CA" sz="1600" dirty="0" err="1">
                <a:latin typeface="Consolas" panose="020B0609020204030204" pitchFamily="49" charset="0"/>
              </a:rPr>
              <a:t>I_total</a:t>
            </a:r>
            <a:r>
              <a:rPr lang="en-CA" sz="1600" dirty="0">
                <a:latin typeface="Consolas" panose="020B0609020204030204" pitchFamily="49" charset="0"/>
              </a:rPr>
              <a:t>, label="I(t)")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plt.plot</a:t>
            </a:r>
            <a:r>
              <a:rPr lang="en-CA" sz="1600" dirty="0">
                <a:latin typeface="Consolas" panose="020B0609020204030204" pitchFamily="49" charset="0"/>
              </a:rPr>
              <a:t>(t, R, label="R(t)")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plt.savefig</a:t>
            </a:r>
            <a:r>
              <a:rPr lang="en-CA" sz="1600" dirty="0">
                <a:latin typeface="Consolas" panose="020B0609020204030204" pitchFamily="49" charset="0"/>
              </a:rPr>
              <a:t>("sir_total.png")</a:t>
            </a:r>
          </a:p>
          <a:p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latin typeface="Consolas" panose="020B0609020204030204" pitchFamily="49" charset="0"/>
              </a:rPr>
              <a:t>plt.close</a:t>
            </a:r>
            <a:r>
              <a:rPr lang="en-CA" sz="1600" dirty="0">
                <a:latin typeface="Consolas" panose="020B0609020204030204" pitchFamily="49" charset="0"/>
              </a:rPr>
              <a:t>()</a:t>
            </a:r>
          </a:p>
          <a:p>
            <a:endParaRPr lang="en-CA" sz="1200" dirty="0">
              <a:latin typeface="Consolas" panose="020B0609020204030204" pitchFamily="49" charset="0"/>
            </a:endParaRPr>
          </a:p>
          <a:p>
            <a:r>
              <a:rPr lang="en-CA" sz="1200" dirty="0">
                <a:latin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17388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1: S(t), I(t), and R(t)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epidemic trajectory</a:t>
            </a:r>
            <a:endParaRPr lang="en-US" sz="1150" dirty="0"/>
          </a:p>
        </p:txBody>
      </p:sp>
      <p:pic>
        <p:nvPicPr>
          <p:cNvPr id="4" name="Image 0" descr="/mnt/data/sir_to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06" y="1215634"/>
            <a:ext cx="6722804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207008"/>
            <a:ext cx="3520440" cy="5107528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8247888" y="1526013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the graph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0" y="1954573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56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S(t) starts near 1500 and drops quickly once transmission accelerates.</a:t>
            </a:r>
            <a:endParaRPr lang="en-US" sz="1560" dirty="0"/>
          </a:p>
          <a:p>
            <a:pPr marL="228600" indent="-228600">
              <a:buSzPct val="100000"/>
              <a:buChar char="•"/>
            </a:pPr>
            <a:r>
              <a:rPr lang="en-US" sz="156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I(t) rises sharply, peaks at about 788 people around day 27, then falls as the susceptible pool is depleted.</a:t>
            </a:r>
            <a:endParaRPr lang="en-US" sz="1560" dirty="0"/>
          </a:p>
          <a:p>
            <a:pPr marL="228600" indent="-228600">
              <a:buSzPct val="100000"/>
              <a:buChar char="•"/>
            </a:pPr>
            <a:r>
              <a:rPr lang="en-US" sz="156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R(t) increases steadily because recovered individuals accumulate and remain immune.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321040" y="4965192"/>
            <a:ext cx="2743200" cy="1097280"/>
          </a:xfrm>
          <a:prstGeom prst="roundRect">
            <a:avLst>
              <a:gd name="adj" fmla="val 4167"/>
            </a:avLst>
          </a:prstGeom>
          <a:solidFill>
            <a:srgbClr val="EAF6F5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8354770" y="4722013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28353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classic epidemic wave: rapid growth, peak infection, then decline as susceptibles run out.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2490-171C-A4AE-4E6A-EF4889160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165F9F-5BA3-78AA-FFF8-9583FC07E79E}"/>
              </a:ext>
            </a:extLst>
          </p:cNvPr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2 Code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F61884-3FDE-D577-572D-16A427F25EE4}"/>
              </a:ext>
            </a:extLst>
          </p:cNvPr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C7A7EE7-B0B1-1842-8E16-950E626ADDB5}"/>
              </a:ext>
            </a:extLst>
          </p:cNvPr>
          <p:cNvSpPr/>
          <p:nvPr/>
        </p:nvSpPr>
        <p:spPr>
          <a:xfrm>
            <a:off x="686539" y="1163535"/>
            <a:ext cx="10652760" cy="4795217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311E26F-46AB-BFF1-C128-93632B74B4F4}"/>
              </a:ext>
            </a:extLst>
          </p:cNvPr>
          <p:cNvSpPr/>
          <p:nvPr/>
        </p:nvSpPr>
        <p:spPr>
          <a:xfrm>
            <a:off x="926592" y="1371083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6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4A5984-7F46-0F42-6702-18007C0907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567BD7-F238-417F-D9AD-CF5C9DD71CFE}"/>
              </a:ext>
            </a:extLst>
          </p:cNvPr>
          <p:cNvSpPr txBox="1"/>
          <p:nvPr/>
        </p:nvSpPr>
        <p:spPr>
          <a:xfrm>
            <a:off x="852701" y="1952302"/>
            <a:ext cx="95474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# Graph 2: I1(t) to I9(t)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 err="1">
                <a:latin typeface="Consolas" panose="020B0609020204030204" pitchFamily="49" charset="0"/>
              </a:rPr>
              <a:t>plt.figure</a:t>
            </a:r>
            <a:r>
              <a:rPr lang="en-CA" sz="2000" dirty="0">
                <a:latin typeface="Consolas" panose="020B0609020204030204" pitchFamily="49" charset="0"/>
              </a:rPr>
              <a:t>(</a:t>
            </a:r>
            <a:r>
              <a:rPr lang="en-CA" sz="2000" dirty="0" err="1">
                <a:latin typeface="Consolas" panose="020B0609020204030204" pitchFamily="49" charset="0"/>
              </a:rPr>
              <a:t>figsize</a:t>
            </a:r>
            <a:r>
              <a:rPr lang="en-CA" sz="2000" dirty="0">
                <a:latin typeface="Consolas" panose="020B0609020204030204" pitchFamily="49" charset="0"/>
              </a:rPr>
              <a:t>=(8, 5))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solidFill>
                  <a:srgbClr val="83E0F1"/>
                </a:solidFill>
                <a:latin typeface="Consolas" panose="020B0609020204030204" pitchFamily="49" charset="0"/>
              </a:rPr>
              <a:t>for</a:t>
            </a:r>
            <a:r>
              <a:rPr lang="en-CA" sz="2000" dirty="0">
                <a:latin typeface="Consolas" panose="020B0609020204030204" pitchFamily="49" charset="0"/>
              </a:rPr>
              <a:t> j in range(N_STAGES):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 err="1">
                <a:latin typeface="Consolas" panose="020B0609020204030204" pitchFamily="49" charset="0"/>
              </a:rPr>
              <a:t>plt.plot</a:t>
            </a:r>
            <a:r>
              <a:rPr lang="en-CA" sz="2000" dirty="0">
                <a:latin typeface="Consolas" panose="020B0609020204030204" pitchFamily="49" charset="0"/>
              </a:rPr>
              <a:t>(t, </a:t>
            </a:r>
            <a:r>
              <a:rPr lang="en-CA" sz="2000" dirty="0" err="1">
                <a:latin typeface="Consolas" panose="020B0609020204030204" pitchFamily="49" charset="0"/>
              </a:rPr>
              <a:t>I_stages</a:t>
            </a:r>
            <a:r>
              <a:rPr lang="en-CA" sz="2000" dirty="0">
                <a:latin typeface="Consolas" panose="020B0609020204030204" pitchFamily="49" charset="0"/>
              </a:rPr>
              <a:t>[j], label=</a:t>
            </a:r>
            <a:r>
              <a:rPr lang="en-CA" sz="2000" dirty="0" err="1">
                <a:latin typeface="Consolas" panose="020B0609020204030204" pitchFamily="49" charset="0"/>
              </a:rPr>
              <a:t>f"I</a:t>
            </a:r>
            <a:r>
              <a:rPr lang="en-CA" sz="2000" dirty="0">
                <a:latin typeface="Consolas" panose="020B0609020204030204" pitchFamily="49" charset="0"/>
              </a:rPr>
              <a:t>_{j+1}(t)")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 err="1">
                <a:latin typeface="Consolas" panose="020B0609020204030204" pitchFamily="49" charset="0"/>
              </a:rPr>
              <a:t>plt.savefig</a:t>
            </a:r>
            <a:r>
              <a:rPr lang="en-CA" sz="2000" dirty="0">
                <a:latin typeface="Consolas" panose="020B0609020204030204" pitchFamily="49" charset="0"/>
              </a:rPr>
              <a:t>("infected_stages.png")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 err="1">
                <a:latin typeface="Consolas" panose="020B0609020204030204" pitchFamily="49" charset="0"/>
              </a:rPr>
              <a:t>plt.close</a:t>
            </a:r>
            <a:r>
              <a:rPr lang="en-CA" sz="2000" dirty="0">
                <a:latin typeface="Consolas" panose="020B0609020204030204" pitchFamily="49" charset="0"/>
              </a:rPr>
              <a:t>()</a:t>
            </a:r>
          </a:p>
          <a:p>
            <a:r>
              <a:rPr lang="en-CA" sz="1200" dirty="0">
                <a:latin typeface="Consolas" panose="020B060902020403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17271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Figure 2: infected compartments by day of infection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Stages I₁ through I₉</a:t>
            </a:r>
            <a:endParaRPr lang="en-US" sz="1150" dirty="0"/>
          </a:p>
        </p:txBody>
      </p:sp>
      <p:pic>
        <p:nvPicPr>
          <p:cNvPr id="4" name="Image 0" descr="/mnt/data/infected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21" y="1207008"/>
            <a:ext cx="6618574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207008"/>
            <a:ext cx="3520440" cy="4946904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8229600" y="14813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stage curves show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0" y="1902125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56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curve represents one day of infection, from I₁ to I₉.</a:t>
            </a:r>
            <a:endParaRPr lang="en-US" sz="1560" dirty="0"/>
          </a:p>
          <a:p>
            <a:pPr marL="228600" indent="-228600">
              <a:buSzPct val="100000"/>
              <a:buChar char="•"/>
            </a:pPr>
            <a:r>
              <a:rPr lang="en-US" sz="156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peaks occur one after another because people move sequentially through the infected stages.</a:t>
            </a:r>
            <a:endParaRPr lang="en-US" sz="1560" dirty="0"/>
          </a:p>
          <a:p>
            <a:pPr marL="228600" indent="-228600">
              <a:buSzPct val="100000"/>
              <a:buChar char="•"/>
            </a:pPr>
            <a:r>
              <a:rPr lang="en-US" sz="156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similar bell-shaped curves confirm a smooth day-by-day progression before recovery.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229599" y="4462272"/>
            <a:ext cx="3010619" cy="1446822"/>
          </a:xfrm>
          <a:prstGeom prst="roundRect">
            <a:avLst>
              <a:gd name="adj" fmla="val 4167"/>
            </a:avLst>
          </a:prstGeom>
          <a:solidFill>
            <a:srgbClr val="FBF3E4"/>
          </a:solidFill>
          <a:ln w="12700">
            <a:solidFill>
              <a:srgbClr val="EFE0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8229600" y="418398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343899" y="4941728"/>
            <a:ext cx="2741043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multi-stage model captures the fixed 9-day infectious period much more explicitly than a one-compartment infected class.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8321040" cy="36576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2400" b="1" i="0">
                <a:solidFill>
                  <a:srgbClr val="123B5D"/>
                </a:solidFill>
                <a:latin typeface="Aptos Display"/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95528"/>
            <a:ext cx="7955279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150" b="0" i="0">
                <a:solidFill>
                  <a:srgbClr val="5A6570"/>
                </a:solidFill>
                <a:latin typeface="Aptos"/>
              </a:rPr>
              <a:t>Conceptual difficulties encountered during the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1861658"/>
            <a:ext cx="9692640" cy="228600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algn="l"/>
            <a:r>
              <a:rPr sz="1650" b="1" i="0" dirty="0">
                <a:solidFill>
                  <a:srgbClr val="123B5D"/>
                </a:solidFill>
                <a:latin typeface="Aptos"/>
              </a:rPr>
              <a:t>Main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923" y="2368988"/>
            <a:ext cx="9692640" cy="1595309"/>
          </a:xfrm>
          <a:prstGeom prst="rect">
            <a:avLst/>
          </a:prstGeom>
          <a:noFill/>
        </p:spPr>
        <p:txBody>
          <a:bodyPr wrap="square" lIns="76200" tIns="50800" rIns="76200" bIns="50800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Interpreting the infected compartments correctly: at first, it was easy to confuse I₁, …, I₉ with cumulative infections, when they actually represent people currently in days 1 through 9 of infection.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Understanding numerical methods: since the system is nonlinear, we had to use RK45 and root finding instead of solving the equations by hand, so learning what those methods were doing took extra effort.</a:t>
            </a: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1450" b="0" i="0" dirty="0">
                <a:solidFill>
                  <a:srgbClr val="1F2833"/>
                </a:solidFill>
                <a:latin typeface="Aptos"/>
              </a:rPr>
              <a:t>Calibrating the transmission parameter β: it was challenging to understand how Brent’s method searches for the correct β value and how that connects to the condition I(7)=10.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364224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A657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project shows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65836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987552" y="1737360"/>
            <a:ext cx="58064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11-compartment ODE model can represent a fixed 9-day infectious period in a biologically meaningful way.</a:t>
            </a:r>
          </a:p>
          <a:p>
            <a:pPr>
              <a:buSzPct val="100000"/>
            </a:pP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Calibrating β to satisfy I(7) = 10 gives β ≈ 0.339976 and predicts a large outbreak in this closed population.</a:t>
            </a:r>
          </a:p>
          <a:p>
            <a:pPr>
              <a:buSzPct val="100000"/>
            </a:pP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simulation peaks near day 27 and eventually leaves only about 83 people uninfected.</a:t>
            </a:r>
          </a:p>
          <a:p>
            <a:pPr>
              <a:buSzPct val="100000"/>
            </a:pP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Stage-structured models provide more detail about disease progression than a basic SIR formulation.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26680" y="1481328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AF2FA"/>
          </a:solidFill>
          <a:ln w="1270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726680" y="1161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32506" y="1976657"/>
            <a:ext cx="26974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8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modeling + numerical simulation turned the problem statement into concrete outbreak predictions.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379476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EAF6F5"/>
          </a:solidFill>
          <a:ln w="12700">
            <a:solidFill>
              <a:srgbClr val="D6EC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8028432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7A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028432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384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778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23B5D"/>
                </a:solidFill>
                <a:latin typeface="Aptos Display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570"/>
                </a:solidFill>
                <a:latin typeface="Aptos"/>
              </a:rPr>
              <a:t>Sources used in the report and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3564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40" y="1691640"/>
            <a:ext cx="9144" cy="3977639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937760" cy="4160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[1] E. Sullivan, Numerical Methods: An Inquiry-Based Approach With Python, online textbook, Carroll College. Available online: https://numericalmethodssullivan.github.io/. Last updated: 2022-01-01.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[2] “SEIR model,” Wikipedia. https://en.wikipedia.org/wiki/Compartmental_models_in_epidemiology#The_SEIR_model.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[3] “Agent-based model,” Wikipedia. https://en.wikipedia.org/wiki/Agent-based_model.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[4] “Runge-Kutta methods,” Wikipedia. https://en.wikipedia.org/wiki/Runge%E2%80%93Kutta_methods.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[5] “Euler method,” Wikipedia. https://en.wikipedia.org/wiki/Euler_method.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4160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[6] “Brent’s method,” Wikipedia. https://en.wikipedia.org/wiki/Brent%27s_method.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[7] SciPy Developers, “scipy.integrate.solve_ivp,” SciPy API Reference. https://docs.scipy.org/doc/scipy/reference/generated/scipy.integrate.solve_ivp.html.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[8] SciPy Developers, “scipy.optimize.brentq,” SciPy API Reference. https://docs.scipy.org/doc/scipy/reference/generated/scipy.optimize.brentq.html.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250">
                <a:solidFill>
                  <a:srgbClr val="2B333D"/>
                </a:solidFill>
                <a:latin typeface="Aptos"/>
              </a:defRPr>
            </a:pPr>
            <a:r>
              <a:t>[9] Matplotlib Developers, “Matplotlib Documentation.” https://matplotlib.org/stable/contents.html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3806</Words>
  <Application>Microsoft Office PowerPoint</Application>
  <PresentationFormat>Widescreen</PresentationFormat>
  <Paragraphs>394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Consolas</vt:lpstr>
      <vt:lpstr>Play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H1N1 Outbreak Model Presentation</dc:title>
  <dc:subject>H1N1 outbreak model course project presentation</dc:subject>
  <dc:creator>OpenAI</dc:creator>
  <cp:lastModifiedBy>Moksh Patel</cp:lastModifiedBy>
  <cp:revision>16</cp:revision>
  <dcterms:created xsi:type="dcterms:W3CDTF">2026-03-28T21:36:25Z</dcterms:created>
  <dcterms:modified xsi:type="dcterms:W3CDTF">2026-04-09T20:41:17Z</dcterms:modified>
</cp:coreProperties>
</file>